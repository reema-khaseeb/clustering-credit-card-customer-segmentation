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66"/>
  </p:notesMasterIdLst>
  <p:handoutMasterIdLst>
    <p:handoutMasterId r:id="rId67"/>
  </p:handoutMasterIdLst>
  <p:sldIdLst>
    <p:sldId id="383" r:id="rId5"/>
    <p:sldId id="389" r:id="rId6"/>
    <p:sldId id="379" r:id="rId7"/>
    <p:sldId id="447" r:id="rId8"/>
    <p:sldId id="385" r:id="rId9"/>
    <p:sldId id="387" r:id="rId10"/>
    <p:sldId id="388" r:id="rId11"/>
    <p:sldId id="386" r:id="rId12"/>
    <p:sldId id="392" r:id="rId13"/>
    <p:sldId id="391" r:id="rId14"/>
    <p:sldId id="393" r:id="rId15"/>
    <p:sldId id="394" r:id="rId16"/>
    <p:sldId id="395" r:id="rId17"/>
    <p:sldId id="396" r:id="rId18"/>
    <p:sldId id="397" r:id="rId19"/>
    <p:sldId id="399" r:id="rId20"/>
    <p:sldId id="398" r:id="rId21"/>
    <p:sldId id="400" r:id="rId22"/>
    <p:sldId id="401" r:id="rId23"/>
    <p:sldId id="402" r:id="rId24"/>
    <p:sldId id="403" r:id="rId25"/>
    <p:sldId id="404" r:id="rId26"/>
    <p:sldId id="405" r:id="rId27"/>
    <p:sldId id="406" r:id="rId28"/>
    <p:sldId id="407" r:id="rId29"/>
    <p:sldId id="408" r:id="rId30"/>
    <p:sldId id="409" r:id="rId31"/>
    <p:sldId id="410" r:id="rId32"/>
    <p:sldId id="411" r:id="rId33"/>
    <p:sldId id="412" r:id="rId34"/>
    <p:sldId id="413" r:id="rId35"/>
    <p:sldId id="414" r:id="rId36"/>
    <p:sldId id="415" r:id="rId37"/>
    <p:sldId id="416" r:id="rId38"/>
    <p:sldId id="417" r:id="rId39"/>
    <p:sldId id="418" r:id="rId40"/>
    <p:sldId id="419" r:id="rId41"/>
    <p:sldId id="421" r:id="rId42"/>
    <p:sldId id="422" r:id="rId43"/>
    <p:sldId id="423" r:id="rId44"/>
    <p:sldId id="424" r:id="rId45"/>
    <p:sldId id="425" r:id="rId46"/>
    <p:sldId id="426" r:id="rId47"/>
    <p:sldId id="430" r:id="rId48"/>
    <p:sldId id="428" r:id="rId49"/>
    <p:sldId id="429" r:id="rId50"/>
    <p:sldId id="433" r:id="rId51"/>
    <p:sldId id="432" r:id="rId52"/>
    <p:sldId id="434" r:id="rId53"/>
    <p:sldId id="435" r:id="rId54"/>
    <p:sldId id="436" r:id="rId55"/>
    <p:sldId id="437" r:id="rId56"/>
    <p:sldId id="438" r:id="rId57"/>
    <p:sldId id="439" r:id="rId58"/>
    <p:sldId id="440" r:id="rId59"/>
    <p:sldId id="441" r:id="rId60"/>
    <p:sldId id="442" r:id="rId61"/>
    <p:sldId id="443" r:id="rId62"/>
    <p:sldId id="444" r:id="rId63"/>
    <p:sldId id="445" r:id="rId64"/>
    <p:sldId id="446" r:id="rId65"/>
  </p:sldIdLst>
  <p:sldSz cx="12192000" cy="6858000"/>
  <p:notesSz cx="9388475" cy="71024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BB928E10-A69C-42F6-8B07-A2FEAC067766}">
          <p14:sldIdLst>
            <p14:sldId id="383"/>
            <p14:sldId id="389"/>
          </p14:sldIdLst>
        </p14:section>
        <p14:section name="SLIDE STARTERS" id="{ACC24B29-0CC7-491A-A98A-CF7CBDBE501E}">
          <p14:sldIdLst>
            <p14:sldId id="379"/>
            <p14:sldId id="447"/>
            <p14:sldId id="385"/>
            <p14:sldId id="387"/>
            <p14:sldId id="388"/>
            <p14:sldId id="386"/>
            <p14:sldId id="392"/>
            <p14:sldId id="391"/>
            <p14:sldId id="393"/>
            <p14:sldId id="394"/>
            <p14:sldId id="395"/>
            <p14:sldId id="396"/>
            <p14:sldId id="397"/>
            <p14:sldId id="399"/>
            <p14:sldId id="398"/>
            <p14:sldId id="400"/>
            <p14:sldId id="401"/>
            <p14:sldId id="402"/>
            <p14:sldId id="403"/>
            <p14:sldId id="404"/>
            <p14:sldId id="405"/>
            <p14:sldId id="406"/>
            <p14:sldId id="407"/>
            <p14:sldId id="408"/>
            <p14:sldId id="409"/>
            <p14:sldId id="410"/>
            <p14:sldId id="411"/>
            <p14:sldId id="412"/>
            <p14:sldId id="413"/>
            <p14:sldId id="414"/>
            <p14:sldId id="415"/>
            <p14:sldId id="416"/>
            <p14:sldId id="417"/>
            <p14:sldId id="418"/>
            <p14:sldId id="419"/>
            <p14:sldId id="421"/>
            <p14:sldId id="422"/>
            <p14:sldId id="423"/>
            <p14:sldId id="424"/>
            <p14:sldId id="425"/>
            <p14:sldId id="426"/>
            <p14:sldId id="430"/>
            <p14:sldId id="428"/>
            <p14:sldId id="429"/>
            <p14:sldId id="433"/>
            <p14:sldId id="432"/>
            <p14:sldId id="434"/>
            <p14:sldId id="435"/>
            <p14:sldId id="436"/>
            <p14:sldId id="437"/>
            <p14:sldId id="438"/>
            <p14:sldId id="439"/>
            <p14:sldId id="440"/>
            <p14:sldId id="441"/>
            <p14:sldId id="442"/>
            <p14:sldId id="443"/>
            <p14:sldId id="444"/>
            <p14:sldId id="445"/>
            <p14:sldId id="44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  <a:srgbClr val="DC5924"/>
    <a:srgbClr val="B7472A"/>
    <a:srgbClr val="000000"/>
    <a:srgbClr val="FFFFFF"/>
    <a:srgbClr val="75D1FF"/>
    <a:srgbClr val="11161C"/>
    <a:srgbClr val="7F7F7F"/>
    <a:srgbClr val="F2F2F2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84972" autoAdjust="0"/>
  </p:normalViewPr>
  <p:slideViewPr>
    <p:cSldViewPr snapToGrid="0">
      <p:cViewPr>
        <p:scale>
          <a:sx n="100" d="100"/>
          <a:sy n="100" d="100"/>
        </p:scale>
        <p:origin x="58" y="-230"/>
      </p:cViewPr>
      <p:guideLst/>
    </p:cSldViewPr>
  </p:slideViewPr>
  <p:outlineViewPr>
    <p:cViewPr>
      <p:scale>
        <a:sx n="33" d="100"/>
        <a:sy n="33" d="100"/>
      </p:scale>
      <p:origin x="0" y="-116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8" d="100"/>
        <a:sy n="108" d="100"/>
      </p:scale>
      <p:origin x="0" y="-3162"/>
    </p:cViewPr>
  </p:sorterViewPr>
  <p:notesViewPr>
    <p:cSldViewPr snapToGrid="0">
      <p:cViewPr>
        <p:scale>
          <a:sx n="66" d="100"/>
          <a:sy n="66" d="100"/>
        </p:scale>
        <p:origin x="2539" y="28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presProps" Target="presProps.xml"/><Relationship Id="rId7" Type="http://schemas.openxmlformats.org/officeDocument/2006/relationships/slide" Target="slides/slide3.xml"/><Relationship Id="rId71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handoutMaster" Target="handoutMasters/handout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068339" cy="356357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317963" y="1"/>
            <a:ext cx="4068339" cy="356357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7CCA049B-3A46-4BDA-A8F5-2925B00FE570}" type="datetimeFigureOut">
              <a:rPr lang="en-US" smtClean="0"/>
              <a:t>3/4/2023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746119"/>
            <a:ext cx="4068339" cy="356356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317963" y="6746119"/>
            <a:ext cx="4068339" cy="356356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DBAA5490-FD59-4087-AC7E-016E8A4124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092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068339" cy="356357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317963" y="1"/>
            <a:ext cx="4068339" cy="356357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44C46CEC-428A-4DD0-A7C7-21AF8DE33E93}" type="datetimeFigureOut">
              <a:rPr lang="en-US" smtClean="0"/>
              <a:t>3/4/2023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63813" y="887413"/>
            <a:ext cx="4260850" cy="239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8848" y="3418066"/>
            <a:ext cx="7510780" cy="2796600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746119"/>
            <a:ext cx="4068339" cy="356356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317963" y="6746119"/>
            <a:ext cx="4068339" cy="356356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4CBCEA92-F142-4D57-B507-37BDAF4471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020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use this title animation slide with a new image simply 1) move the top semi-transparent shape</a:t>
            </a:r>
            <a:r>
              <a:rPr lang="en-US" baseline="0" dirty="0"/>
              <a:t> </a:t>
            </a:r>
            <a:r>
              <a:rPr lang="en-US" dirty="0"/>
              <a:t>to the side, 2) delete placeholder image,</a:t>
            </a:r>
            <a:r>
              <a:rPr lang="en-US" baseline="0" dirty="0"/>
              <a:t> </a:t>
            </a:r>
            <a:br>
              <a:rPr lang="en-US" baseline="0" dirty="0"/>
            </a:br>
            <a:r>
              <a:rPr lang="en-US" baseline="0" dirty="0"/>
              <a:t>3) click on the picture icon to add a new picture, 4) </a:t>
            </a:r>
            <a:r>
              <a:rPr lang="en-US" dirty="0"/>
              <a:t>Move semi-transparent shape back to original position, 5) Update text on slide.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BCEA92-F142-4D57-B507-37BDAF44710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6836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BCEA92-F142-4D57-B507-37BDAF44710C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4678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ealanalytics.com/templates/" TargetMode="External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hyperlink" Target="http://www.nealanalytics.com/neal-creative/templates/" TargetMode="Externa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nealanalytics.com/neal-creative/templates/" TargetMode="External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ealanalytics.com/templates/" TargetMode="External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www.nealanalytics.com/neal-creative/templates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0_TITLE OR TRANSI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/>
          <p:cNvSpPr/>
          <p:nvPr userDrawn="1"/>
        </p:nvSpPr>
        <p:spPr>
          <a:xfrm>
            <a:off x="1219939" y="-739444"/>
            <a:ext cx="9107555" cy="9034439"/>
          </a:xfrm>
          <a:prstGeom prst="ellipse">
            <a:avLst/>
          </a:prstGeom>
          <a:noFill/>
          <a:ln w="19050" cap="flat" cmpd="sng" algn="ctr">
            <a:solidFill>
              <a:srgbClr val="75D1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9" name="Oval 18"/>
          <p:cNvSpPr/>
          <p:nvPr userDrawn="1"/>
        </p:nvSpPr>
        <p:spPr>
          <a:xfrm>
            <a:off x="1219939" y="-739444"/>
            <a:ext cx="9107555" cy="9034439"/>
          </a:xfrm>
          <a:prstGeom prst="ellipse">
            <a:avLst/>
          </a:prstGeom>
          <a:noFill/>
          <a:ln w="19050" cap="flat" cmpd="sng" algn="ctr">
            <a:solidFill>
              <a:srgbClr val="75D1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" name="Oval 20"/>
          <p:cNvSpPr/>
          <p:nvPr userDrawn="1"/>
        </p:nvSpPr>
        <p:spPr>
          <a:xfrm>
            <a:off x="5907634" y="3213970"/>
            <a:ext cx="2805809" cy="2783284"/>
          </a:xfrm>
          <a:prstGeom prst="ellipse">
            <a:avLst/>
          </a:prstGeom>
          <a:noFill/>
          <a:ln w="19050" cap="flat" cmpd="sng" algn="ctr">
            <a:solidFill>
              <a:srgbClr val="75D1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2" name="Oval 21"/>
          <p:cNvSpPr/>
          <p:nvPr userDrawn="1"/>
        </p:nvSpPr>
        <p:spPr>
          <a:xfrm>
            <a:off x="5907634" y="3213970"/>
            <a:ext cx="2805809" cy="2783284"/>
          </a:xfrm>
          <a:prstGeom prst="ellipse">
            <a:avLst/>
          </a:prstGeom>
          <a:noFill/>
          <a:ln w="19050" cap="flat" cmpd="sng" algn="ctr">
            <a:solidFill>
              <a:srgbClr val="75D1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19939" y="2240230"/>
            <a:ext cx="9107555" cy="2308324"/>
          </a:xfrm>
          <a:prstGeom prst="rect">
            <a:avLst/>
          </a:prstGeom>
          <a:noFill/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8000" b="1" i="0" kern="1200" spc="-30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23010430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19" grpId="0" animBg="1"/>
      <p:bldP spid="19" grpId="1" animBg="1"/>
      <p:bldP spid="21" grpId="0" animBg="1"/>
      <p:bldP spid="21" grpId="1" animBg="1"/>
      <p:bldP spid="22" grpId="0" animBg="1"/>
      <p:bldP spid="22" grpId="1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with numb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/>
          <p:cNvSpPr/>
          <p:nvPr userDrawn="1"/>
        </p:nvSpPr>
        <p:spPr>
          <a:xfrm>
            <a:off x="3803737" y="-65233"/>
            <a:ext cx="4584526" cy="2297766"/>
          </a:xfrm>
          <a:custGeom>
            <a:avLst/>
            <a:gdLst>
              <a:gd name="connsiteX0" fmla="*/ 278 w 4584526"/>
              <a:gd name="connsiteY0" fmla="*/ 0 h 2297766"/>
              <a:gd name="connsiteX1" fmla="*/ 4584248 w 4584526"/>
              <a:gd name="connsiteY1" fmla="*/ 0 h 2297766"/>
              <a:gd name="connsiteX2" fmla="*/ 4584526 w 4584526"/>
              <a:gd name="connsiteY2" fmla="*/ 5503 h 2297766"/>
              <a:gd name="connsiteX3" fmla="*/ 2292263 w 4584526"/>
              <a:gd name="connsiteY3" fmla="*/ 2297766 h 2297766"/>
              <a:gd name="connsiteX4" fmla="*/ 0 w 4584526"/>
              <a:gd name="connsiteY4" fmla="*/ 5503 h 2297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84526" h="2297766">
                <a:moveTo>
                  <a:pt x="278" y="0"/>
                </a:moveTo>
                <a:lnTo>
                  <a:pt x="4584248" y="0"/>
                </a:lnTo>
                <a:lnTo>
                  <a:pt x="4584526" y="5503"/>
                </a:lnTo>
                <a:cubicBezTo>
                  <a:pt x="4584526" y="1271485"/>
                  <a:pt x="3558245" y="2297766"/>
                  <a:pt x="2292263" y="2297766"/>
                </a:cubicBezTo>
                <a:cubicBezTo>
                  <a:pt x="1026281" y="2297766"/>
                  <a:pt x="0" y="1271485"/>
                  <a:pt x="0" y="5503"/>
                </a:cubicBezTo>
                <a:close/>
              </a:path>
            </a:pathLst>
          </a:cu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7" name="Footer Placeholder 4"/>
          <p:cNvSpPr txBox="1">
            <a:spLocks/>
          </p:cNvSpPr>
          <p:nvPr userDrawn="1"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302995" y="3383280"/>
            <a:ext cx="11660405" cy="625641"/>
          </a:xfrm>
          <a:prstGeom prst="rect">
            <a:avLst/>
          </a:prstGeom>
        </p:spPr>
        <p:txBody>
          <a:bodyPr vert="horz" lIns="457200" tIns="45720" rIns="45720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1" i="0" kern="1200" spc="40" baseline="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CLICK TO EDIT MASTER TITLE STYLE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923323" y="186061"/>
            <a:ext cx="4376615" cy="627351"/>
          </a:xfrm>
        </p:spPr>
        <p:txBody>
          <a:bodyPr/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1400"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Section Title Here</a:t>
            </a:r>
          </a:p>
          <a:p>
            <a:pPr lvl="1"/>
            <a:r>
              <a:rPr lang="en-US" dirty="0"/>
              <a:t>1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304801" y="4206240"/>
            <a:ext cx="11658600" cy="424732"/>
          </a:xfrm>
        </p:spPr>
        <p:txBody>
          <a:bodyPr lIns="457200" rIns="45720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lang="en-US" sz="2400" b="0" i="0" u="none" strike="noStrike" kern="1200" cap="none" spc="0" normalizeH="0" baseline="0">
                <a:ln>
                  <a:noFill/>
                </a:ln>
                <a:solidFill>
                  <a:srgbClr val="FFFFFF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rPr>
              <a:t>Add a short summary sentence here about title/statement above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5737094" y="1007413"/>
            <a:ext cx="792205" cy="1200329"/>
          </a:xfrm>
        </p:spPr>
        <p:txBody>
          <a:bodyPr wrap="none" anchor="ctr"/>
          <a:lstStyle>
            <a:lvl1pPr algn="ctr">
              <a:defRPr kumimoji="0" lang="en-US" sz="8000" b="1" i="0" u="none" strike="noStrike" kern="1200" cap="none" spc="0" normalizeH="0" baseline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2641874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ONUT BASE SECTION 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/>
          <p:cNvSpPr/>
          <p:nvPr userDrawn="1"/>
        </p:nvSpPr>
        <p:spPr>
          <a:xfrm>
            <a:off x="2861702" y="157952"/>
            <a:ext cx="6483179" cy="648317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448777" y="2935629"/>
            <a:ext cx="5208335" cy="927824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95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9" name="dots"/>
          <p:cNvSpPr>
            <a:spLocks noChangeAspect="1"/>
          </p:cNvSpPr>
          <p:nvPr userDrawn="1"/>
        </p:nvSpPr>
        <p:spPr>
          <a:xfrm>
            <a:off x="3448777" y="745024"/>
            <a:ext cx="5309024" cy="5309025"/>
          </a:xfrm>
          <a:prstGeom prst="ellipse">
            <a:avLst/>
          </a:prstGeom>
          <a:noFill/>
          <a:ln w="184150" cap="rnd" cmpd="sng" algn="ctr">
            <a:solidFill>
              <a:schemeClr val="accent4"/>
            </a:solidFill>
            <a:prstDash val="sysDot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63763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Quote dark option FLUSH LEFT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04800" y="2884235"/>
            <a:ext cx="11658600" cy="1089529"/>
          </a:xfrm>
        </p:spPr>
        <p:txBody>
          <a:bodyPr anchor="ctr"/>
          <a:lstStyle>
            <a:lvl1pPr marL="231775" indent="-231775" algn="l">
              <a:spcBef>
                <a:spcPts val="0"/>
              </a:spcBef>
              <a:defRPr sz="3600" b="0" baseline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</a:defRPr>
            </a:lvl1pPr>
            <a:lvl2pPr marL="109538" indent="0" algn="l">
              <a:spcBef>
                <a:spcPts val="0"/>
              </a:spcBef>
              <a:defRPr sz="3600" b="1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2pPr>
          </a:lstStyle>
          <a:p>
            <a:pPr lvl="0"/>
            <a:r>
              <a:rPr lang="en-US" dirty="0"/>
              <a:t>“QUOTATION.”</a:t>
            </a:r>
          </a:p>
          <a:p>
            <a:pPr lvl="1"/>
            <a:r>
              <a:rPr lang="en-US" dirty="0"/>
              <a:t> BOLD</a:t>
            </a:r>
          </a:p>
        </p:txBody>
      </p:sp>
      <p:sp>
        <p:nvSpPr>
          <p:cNvPr id="7" name="Freeform: Shape 6"/>
          <p:cNvSpPr/>
          <p:nvPr userDrawn="1"/>
        </p:nvSpPr>
        <p:spPr>
          <a:xfrm>
            <a:off x="129521" y="0"/>
            <a:ext cx="2749481" cy="1364786"/>
          </a:xfrm>
          <a:custGeom>
            <a:avLst/>
            <a:gdLst>
              <a:gd name="connsiteX0" fmla="*/ 0 w 4741280"/>
              <a:gd name="connsiteY0" fmla="*/ 0 h 2353474"/>
              <a:gd name="connsiteX1" fmla="*/ 4741280 w 4741280"/>
              <a:gd name="connsiteY1" fmla="*/ 0 h 2353474"/>
              <a:gd name="connsiteX2" fmla="*/ 4729949 w 4741280"/>
              <a:gd name="connsiteY2" fmla="*/ 224399 h 2353474"/>
              <a:gd name="connsiteX3" fmla="*/ 2370640 w 4741280"/>
              <a:gd name="connsiteY3" fmla="*/ 2353474 h 2353474"/>
              <a:gd name="connsiteX4" fmla="*/ 11331 w 4741280"/>
              <a:gd name="connsiteY4" fmla="*/ 224399 h 2353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1280" h="2353474">
                <a:moveTo>
                  <a:pt x="0" y="0"/>
                </a:moveTo>
                <a:lnTo>
                  <a:pt x="4741280" y="0"/>
                </a:lnTo>
                <a:lnTo>
                  <a:pt x="4729949" y="224399"/>
                </a:lnTo>
                <a:cubicBezTo>
                  <a:pt x="4608502" y="1420269"/>
                  <a:pt x="3598552" y="2353474"/>
                  <a:pt x="2370640" y="2353474"/>
                </a:cubicBezTo>
                <a:cubicBezTo>
                  <a:pt x="1142728" y="2353474"/>
                  <a:pt x="132779" y="1420269"/>
                  <a:pt x="11331" y="22439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3865562" y="5276808"/>
            <a:ext cx="8097838" cy="369332"/>
          </a:xfrm>
        </p:spPr>
        <p:txBody>
          <a:bodyPr/>
          <a:lstStyle>
            <a:lvl1pPr algn="r"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algn="r"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—Name and Company/Source goes here</a:t>
            </a:r>
          </a:p>
        </p:txBody>
      </p:sp>
    </p:spTree>
    <p:extLst>
      <p:ext uri="{BB962C8B-B14F-4D97-AF65-F5344CB8AC3E}">
        <p14:creationId xmlns:p14="http://schemas.microsoft.com/office/powerpoint/2010/main" val="3266280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 dark option CENTERED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04800" y="2884235"/>
            <a:ext cx="11658600" cy="1089529"/>
          </a:xfrm>
        </p:spPr>
        <p:txBody>
          <a:bodyPr anchor="ctr"/>
          <a:lstStyle>
            <a:lvl1pPr algn="ctr">
              <a:spcBef>
                <a:spcPts val="0"/>
              </a:spcBef>
              <a:defRPr sz="3600" b="0" baseline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</a:defRPr>
            </a:lvl1pPr>
            <a:lvl2pPr algn="ctr">
              <a:spcBef>
                <a:spcPts val="0"/>
              </a:spcBef>
              <a:defRPr sz="3600" b="1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2pPr>
          </a:lstStyle>
          <a:p>
            <a:pPr lvl="0"/>
            <a:r>
              <a:rPr lang="en-US" dirty="0"/>
              <a:t>“QUOTATION.”</a:t>
            </a:r>
          </a:p>
          <a:p>
            <a:pPr lvl="1"/>
            <a:r>
              <a:rPr lang="en-US" dirty="0"/>
              <a:t>BOLD</a:t>
            </a:r>
          </a:p>
        </p:txBody>
      </p:sp>
      <p:sp>
        <p:nvSpPr>
          <p:cNvPr id="7" name="Freeform: Shape 6"/>
          <p:cNvSpPr/>
          <p:nvPr userDrawn="1"/>
        </p:nvSpPr>
        <p:spPr>
          <a:xfrm>
            <a:off x="129521" y="0"/>
            <a:ext cx="2749481" cy="1364786"/>
          </a:xfrm>
          <a:custGeom>
            <a:avLst/>
            <a:gdLst>
              <a:gd name="connsiteX0" fmla="*/ 0 w 4741280"/>
              <a:gd name="connsiteY0" fmla="*/ 0 h 2353474"/>
              <a:gd name="connsiteX1" fmla="*/ 4741280 w 4741280"/>
              <a:gd name="connsiteY1" fmla="*/ 0 h 2353474"/>
              <a:gd name="connsiteX2" fmla="*/ 4729949 w 4741280"/>
              <a:gd name="connsiteY2" fmla="*/ 224399 h 2353474"/>
              <a:gd name="connsiteX3" fmla="*/ 2370640 w 4741280"/>
              <a:gd name="connsiteY3" fmla="*/ 2353474 h 2353474"/>
              <a:gd name="connsiteX4" fmla="*/ 11331 w 4741280"/>
              <a:gd name="connsiteY4" fmla="*/ 224399 h 2353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1280" h="2353474">
                <a:moveTo>
                  <a:pt x="0" y="0"/>
                </a:moveTo>
                <a:lnTo>
                  <a:pt x="4741280" y="0"/>
                </a:lnTo>
                <a:lnTo>
                  <a:pt x="4729949" y="224399"/>
                </a:lnTo>
                <a:cubicBezTo>
                  <a:pt x="4608502" y="1420269"/>
                  <a:pt x="3598552" y="2353474"/>
                  <a:pt x="2370640" y="2353474"/>
                </a:cubicBezTo>
                <a:cubicBezTo>
                  <a:pt x="1142728" y="2353474"/>
                  <a:pt x="132779" y="1420269"/>
                  <a:pt x="11331" y="22439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3865562" y="5276808"/>
            <a:ext cx="8097838" cy="369332"/>
          </a:xfrm>
        </p:spPr>
        <p:txBody>
          <a:bodyPr/>
          <a:lstStyle>
            <a:lvl1pPr algn="r"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algn="r"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—Name and Company/Source goes here</a:t>
            </a:r>
          </a:p>
        </p:txBody>
      </p:sp>
    </p:spTree>
    <p:extLst>
      <p:ext uri="{BB962C8B-B14F-4D97-AF65-F5344CB8AC3E}">
        <p14:creationId xmlns:p14="http://schemas.microsoft.com/office/powerpoint/2010/main" val="3031631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Quote dark option FLUSH LEF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04800" y="2884235"/>
            <a:ext cx="11658600" cy="1089529"/>
          </a:xfrm>
        </p:spPr>
        <p:txBody>
          <a:bodyPr anchor="ctr"/>
          <a:lstStyle>
            <a:lvl1pPr marL="231775" indent="-231775" algn="l">
              <a:spcBef>
                <a:spcPts val="0"/>
              </a:spcBef>
              <a:defRPr sz="3600" b="0" baseline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</a:defRPr>
            </a:lvl1pPr>
            <a:lvl2pPr marL="109538" indent="0" algn="l">
              <a:spcBef>
                <a:spcPts val="0"/>
              </a:spcBef>
              <a:defRPr sz="3600" b="1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2pPr>
          </a:lstStyle>
          <a:p>
            <a:pPr lvl="0"/>
            <a:r>
              <a:rPr lang="en-US" dirty="0"/>
              <a:t>“QUOTATION.”</a:t>
            </a:r>
          </a:p>
          <a:p>
            <a:pPr lvl="1"/>
            <a:r>
              <a:rPr lang="en-US" dirty="0"/>
              <a:t> BOLD</a:t>
            </a:r>
          </a:p>
        </p:txBody>
      </p:sp>
      <p:sp>
        <p:nvSpPr>
          <p:cNvPr id="7" name="Freeform: Shape 6"/>
          <p:cNvSpPr/>
          <p:nvPr userDrawn="1"/>
        </p:nvSpPr>
        <p:spPr>
          <a:xfrm>
            <a:off x="129521" y="0"/>
            <a:ext cx="2749481" cy="1364786"/>
          </a:xfrm>
          <a:custGeom>
            <a:avLst/>
            <a:gdLst>
              <a:gd name="connsiteX0" fmla="*/ 0 w 4741280"/>
              <a:gd name="connsiteY0" fmla="*/ 0 h 2353474"/>
              <a:gd name="connsiteX1" fmla="*/ 4741280 w 4741280"/>
              <a:gd name="connsiteY1" fmla="*/ 0 h 2353474"/>
              <a:gd name="connsiteX2" fmla="*/ 4729949 w 4741280"/>
              <a:gd name="connsiteY2" fmla="*/ 224399 h 2353474"/>
              <a:gd name="connsiteX3" fmla="*/ 2370640 w 4741280"/>
              <a:gd name="connsiteY3" fmla="*/ 2353474 h 2353474"/>
              <a:gd name="connsiteX4" fmla="*/ 11331 w 4741280"/>
              <a:gd name="connsiteY4" fmla="*/ 224399 h 2353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1280" h="2353474">
                <a:moveTo>
                  <a:pt x="0" y="0"/>
                </a:moveTo>
                <a:lnTo>
                  <a:pt x="4741280" y="0"/>
                </a:lnTo>
                <a:lnTo>
                  <a:pt x="4729949" y="224399"/>
                </a:lnTo>
                <a:cubicBezTo>
                  <a:pt x="4608502" y="1420269"/>
                  <a:pt x="3598552" y="2353474"/>
                  <a:pt x="2370640" y="2353474"/>
                </a:cubicBezTo>
                <a:cubicBezTo>
                  <a:pt x="1142728" y="2353474"/>
                  <a:pt x="132779" y="1420269"/>
                  <a:pt x="11331" y="22439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3865562" y="5276808"/>
            <a:ext cx="8097838" cy="369332"/>
          </a:xfrm>
        </p:spPr>
        <p:txBody>
          <a:bodyPr/>
          <a:lstStyle>
            <a:lvl1pPr algn="r">
              <a:spcBef>
                <a:spcPts val="0"/>
              </a:spcBef>
              <a:defRPr sz="2000" b="0">
                <a:solidFill>
                  <a:schemeClr val="bg1"/>
                </a:solidFill>
              </a:defRPr>
            </a:lvl1pPr>
            <a:lvl2pPr algn="r"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—Name and Company/Source goes here</a:t>
            </a:r>
          </a:p>
        </p:txBody>
      </p:sp>
    </p:spTree>
    <p:extLst>
      <p:ext uri="{BB962C8B-B14F-4D97-AF65-F5344CB8AC3E}">
        <p14:creationId xmlns:p14="http://schemas.microsoft.com/office/powerpoint/2010/main" val="2075739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 light option 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 userDrawn="1"/>
        </p:nvSpPr>
        <p:spPr>
          <a:xfrm>
            <a:off x="5648960" y="419100"/>
            <a:ext cx="89408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dirty="0">
                <a:solidFill>
                  <a:schemeClr val="accent4"/>
                </a:solidFill>
                <a:latin typeface="Arial Black" panose="020B0A04020102020204" pitchFamily="34" charset="0"/>
              </a:rPr>
              <a:t>“</a:t>
            </a:r>
            <a:endParaRPr lang="en-US" sz="2800" dirty="0">
              <a:solidFill>
                <a:schemeClr val="accent4"/>
              </a:solidFill>
            </a:endParaRP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3408362" y="5335071"/>
            <a:ext cx="8097838" cy="369332"/>
          </a:xfrm>
        </p:spPr>
        <p:txBody>
          <a:bodyPr/>
          <a:lstStyle>
            <a:lvl1pPr algn="r">
              <a:spcBef>
                <a:spcPts val="0"/>
              </a:spcBef>
              <a:defRPr sz="2000">
                <a:solidFill>
                  <a:schemeClr val="tx2"/>
                </a:solidFill>
              </a:defRPr>
            </a:lvl1pPr>
            <a:lvl2pPr algn="r"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—Name and Company/Source goes here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04800" y="2884235"/>
            <a:ext cx="11658600" cy="1089529"/>
          </a:xfrm>
        </p:spPr>
        <p:txBody>
          <a:bodyPr anchor="ctr"/>
          <a:lstStyle>
            <a:lvl1pPr algn="ctr">
              <a:spcBef>
                <a:spcPts val="0"/>
              </a:spcBef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ctr">
              <a:spcBef>
                <a:spcPts val="0"/>
              </a:spcBef>
              <a:defRPr sz="36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2pPr>
          </a:lstStyle>
          <a:p>
            <a:pPr lvl="0"/>
            <a:r>
              <a:rPr lang="en-US" dirty="0"/>
              <a:t>“QUOTATION.”</a:t>
            </a:r>
          </a:p>
          <a:p>
            <a:pPr lvl="1"/>
            <a:r>
              <a:rPr lang="en-US" dirty="0"/>
              <a:t>BOLD</a:t>
            </a:r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997E989-D798-4C62-8E93-3D2D613C24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922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ark Callout with small Non-bullete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2597273"/>
            <a:ext cx="4868985" cy="1643527"/>
          </a:xfrm>
        </p:spPr>
        <p:txBody>
          <a:bodyPr wrap="square" lIns="91440" rIns="91440">
            <a:spAutoFit/>
          </a:bodyPr>
          <a:lstStyle>
            <a:lvl1pPr marL="0" marR="0" indent="0" algn="l" defTabSz="91436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itchFamily="2" charset="2"/>
              <a:buNone/>
              <a:tabLst/>
              <a:defRPr lang="en-US" sz="2800" b="0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indent="0">
              <a:buNone/>
              <a:defRPr sz="1961"/>
            </a:lvl2pPr>
            <a:lvl3pPr marL="227209" indent="0">
              <a:buNone/>
              <a:tabLst/>
              <a:defRPr sz="1961"/>
            </a:lvl3pPr>
            <a:lvl4pPr marL="451306" indent="0">
              <a:buNone/>
              <a:defRPr/>
            </a:lvl4pPr>
            <a:lvl5pPr marL="672290" indent="0">
              <a:buNone/>
              <a:tabLst/>
              <a:defRPr/>
            </a:lvl5pPr>
          </a:lstStyle>
          <a:p>
            <a:r>
              <a:rPr lang="en-US" dirty="0"/>
              <a:t>A short introduction</a:t>
            </a:r>
            <a:br>
              <a:rPr lang="en-US" dirty="0"/>
            </a:br>
            <a:r>
              <a:rPr lang="en-US" dirty="0"/>
              <a:t>to the data, revealing</a:t>
            </a:r>
            <a:br>
              <a:rPr lang="en-US" dirty="0"/>
            </a:br>
            <a:r>
              <a:rPr lang="en-US" dirty="0"/>
              <a:t>points one at a time, will enhance comprehension.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6096000" y="419100"/>
            <a:ext cx="5671764" cy="1843069"/>
          </a:xfrm>
        </p:spPr>
        <p:txBody>
          <a:bodyPr/>
          <a:lstStyle>
            <a:lvl1pPr marL="0" indent="0" algn="l">
              <a:buNone/>
              <a:defRPr sz="22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1pPr>
            <a:lvl2pPr marL="0" indent="0" algn="l">
              <a:buNone/>
              <a:defRPr sz="20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2pPr>
            <a:lvl3pPr marL="0" indent="0" algn="l">
              <a:buNone/>
              <a:defRPr sz="18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3pPr>
            <a:lvl4pPr marL="0" indent="0" algn="l">
              <a:buNone/>
              <a:defRPr sz="16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4pPr>
            <a:lvl5pPr marL="0" indent="0" algn="l">
              <a:buNone/>
              <a:defRPr sz="16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555244" y="0"/>
            <a:ext cx="4083304" cy="1357295"/>
          </a:xfrm>
          <a:prstGeom prst="rect">
            <a:avLst/>
          </a:prstGeom>
        </p:spPr>
        <p:txBody>
          <a:bodyPr lIns="146304" tIns="420624" rIns="146304" anchor="t" anchorCtr="0"/>
          <a:lstStyle>
            <a:lvl1pPr algn="ctr">
              <a:defRPr lang="en-US" sz="3200" b="0" kern="1200" spc="60" baseline="0" dirty="0">
                <a:solidFill>
                  <a:schemeClr val="bg1"/>
                </a:solidFill>
                <a:latin typeface="+mj-lt"/>
                <a:ea typeface="+mn-ea"/>
                <a:cs typeface="Segoe UI Semilight" panose="020B0402040204020203" pitchFamily="34" charset="0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title style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6096000" y="2599498"/>
            <a:ext cx="5671764" cy="1843069"/>
          </a:xfrm>
        </p:spPr>
        <p:txBody>
          <a:bodyPr/>
          <a:lstStyle>
            <a:lvl1pPr marL="0" indent="0" algn="l">
              <a:buNone/>
              <a:defRPr sz="22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1pPr>
            <a:lvl2pPr marL="0" indent="0" algn="l">
              <a:buNone/>
              <a:defRPr sz="20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2pPr>
            <a:lvl3pPr marL="0" indent="0" algn="l">
              <a:buNone/>
              <a:defRPr sz="18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3pPr>
            <a:lvl4pPr marL="0" indent="0" algn="l">
              <a:buNone/>
              <a:defRPr sz="16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4pPr>
            <a:lvl5pPr marL="0" indent="0" algn="l">
              <a:buNone/>
              <a:defRPr sz="16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096000" y="4779896"/>
            <a:ext cx="5671764" cy="1843069"/>
          </a:xfrm>
        </p:spPr>
        <p:txBody>
          <a:bodyPr/>
          <a:lstStyle>
            <a:lvl1pPr marL="0" indent="0" algn="l">
              <a:buNone/>
              <a:defRPr sz="22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1pPr>
            <a:lvl2pPr marL="0" indent="0" algn="l">
              <a:buNone/>
              <a:defRPr sz="20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2pPr>
            <a:lvl3pPr marL="0" indent="0" algn="l">
              <a:buNone/>
              <a:defRPr sz="18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3pPr>
            <a:lvl4pPr marL="0" indent="0" algn="l">
              <a:buNone/>
              <a:defRPr sz="16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4pPr>
            <a:lvl5pPr marL="0" indent="0" algn="l">
              <a:buNone/>
              <a:defRPr sz="16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200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allout with small Non-bulle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/>
          <p:cNvSpPr/>
          <p:nvPr userDrawn="1"/>
        </p:nvSpPr>
        <p:spPr>
          <a:xfrm>
            <a:off x="129521" y="0"/>
            <a:ext cx="4741280" cy="2353474"/>
          </a:xfrm>
          <a:custGeom>
            <a:avLst/>
            <a:gdLst>
              <a:gd name="connsiteX0" fmla="*/ 0 w 4741280"/>
              <a:gd name="connsiteY0" fmla="*/ 0 h 2353474"/>
              <a:gd name="connsiteX1" fmla="*/ 4741280 w 4741280"/>
              <a:gd name="connsiteY1" fmla="*/ 0 h 2353474"/>
              <a:gd name="connsiteX2" fmla="*/ 4729949 w 4741280"/>
              <a:gd name="connsiteY2" fmla="*/ 224399 h 2353474"/>
              <a:gd name="connsiteX3" fmla="*/ 2370640 w 4741280"/>
              <a:gd name="connsiteY3" fmla="*/ 2353474 h 2353474"/>
              <a:gd name="connsiteX4" fmla="*/ 11331 w 4741280"/>
              <a:gd name="connsiteY4" fmla="*/ 224399 h 2353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1280" h="2353474">
                <a:moveTo>
                  <a:pt x="0" y="0"/>
                </a:moveTo>
                <a:lnTo>
                  <a:pt x="4741280" y="0"/>
                </a:lnTo>
                <a:lnTo>
                  <a:pt x="4729949" y="224399"/>
                </a:lnTo>
                <a:cubicBezTo>
                  <a:pt x="4608502" y="1420269"/>
                  <a:pt x="3598552" y="2353474"/>
                  <a:pt x="2370640" y="2353474"/>
                </a:cubicBezTo>
                <a:cubicBezTo>
                  <a:pt x="1142728" y="2353474"/>
                  <a:pt x="132779" y="1420269"/>
                  <a:pt x="11331" y="22439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2472751"/>
            <a:ext cx="4566001" cy="1643527"/>
          </a:xfrm>
        </p:spPr>
        <p:txBody>
          <a:bodyPr wrap="square" lIns="91440" rIns="91440">
            <a:spAutoFit/>
          </a:bodyPr>
          <a:lstStyle>
            <a:lvl1pPr marL="0" marR="0" indent="0" algn="l" defTabSz="91436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itchFamily="2" charset="2"/>
              <a:buNone/>
              <a:tabLst/>
              <a:defRPr lang="en-US" sz="2800" b="0" kern="1200" spc="0" baseline="0" dirty="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+mj-lt"/>
                <a:ea typeface="+mn-ea"/>
                <a:cs typeface="+mn-cs"/>
              </a:defRPr>
            </a:lvl1pPr>
            <a:lvl2pPr marL="0" indent="0">
              <a:buNone/>
              <a:defRPr sz="1961"/>
            </a:lvl2pPr>
            <a:lvl3pPr marL="227209" indent="0">
              <a:buNone/>
              <a:tabLst/>
              <a:defRPr sz="1961"/>
            </a:lvl3pPr>
            <a:lvl4pPr marL="451306" indent="0">
              <a:buNone/>
              <a:defRPr/>
            </a:lvl4pPr>
            <a:lvl5pPr marL="672290" indent="0">
              <a:buNone/>
              <a:tabLst/>
              <a:defRPr/>
            </a:lvl5pPr>
          </a:lstStyle>
          <a:p>
            <a:r>
              <a:rPr lang="en-US" dirty="0"/>
              <a:t>A short introduction</a:t>
            </a:r>
            <a:br>
              <a:rPr lang="en-US" dirty="0"/>
            </a:br>
            <a:r>
              <a:rPr lang="en-US" dirty="0"/>
              <a:t>to the data, revealing</a:t>
            </a:r>
            <a:br>
              <a:rPr lang="en-US" dirty="0"/>
            </a:br>
            <a:r>
              <a:rPr lang="en-US" dirty="0"/>
              <a:t>points one at a time, will enhance comprehension.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6096000" y="419100"/>
            <a:ext cx="5671764" cy="1705723"/>
          </a:xfrm>
        </p:spPr>
        <p:txBody>
          <a:bodyPr/>
          <a:lstStyle>
            <a:lvl1pPr marL="0" indent="0" algn="l">
              <a:buNone/>
              <a:defRPr sz="2200">
                <a:latin typeface="+mn-lt"/>
              </a:defRPr>
            </a:lvl1pPr>
            <a:lvl2pPr marL="0" indent="0" algn="l">
              <a:buNone/>
              <a:defRPr sz="1765">
                <a:latin typeface="+mn-lt"/>
              </a:defRPr>
            </a:lvl2pPr>
            <a:lvl3pPr marL="0" indent="0" algn="l">
              <a:buNone/>
              <a:defRPr sz="1568">
                <a:latin typeface="+mn-lt"/>
              </a:defRPr>
            </a:lvl3pPr>
            <a:lvl4pPr marL="0" indent="0" algn="l">
              <a:buNone/>
              <a:defRPr sz="1372">
                <a:latin typeface="+mn-lt"/>
              </a:defRPr>
            </a:lvl4pPr>
            <a:lvl5pPr marL="0" indent="0" algn="l">
              <a:buNone/>
              <a:defRPr sz="1372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50600" y="6484937"/>
            <a:ext cx="42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5AE1514C-5E56-4738-A1FF-4B1CFD2A3E3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555244" y="0"/>
            <a:ext cx="4083304" cy="1926336"/>
          </a:xfrm>
          <a:prstGeom prst="rect">
            <a:avLst/>
          </a:prstGeom>
        </p:spPr>
        <p:txBody>
          <a:bodyPr lIns="146304" tIns="420624" rIns="146304" anchor="t" anchorCtr="0"/>
          <a:lstStyle>
            <a:lvl1pPr>
              <a:defRPr lang="en-US" sz="3200" b="0" kern="1200" spc="60" baseline="0" dirty="0">
                <a:solidFill>
                  <a:schemeClr val="bg1"/>
                </a:solidFill>
                <a:latin typeface="+mj-lt"/>
                <a:ea typeface="+mn-ea"/>
                <a:cs typeface="Segoe UI Semilight" panose="020B0402040204020203" pitchFamily="34" charset="0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title style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6096000" y="2697329"/>
            <a:ext cx="5671764" cy="1705723"/>
          </a:xfrm>
        </p:spPr>
        <p:txBody>
          <a:bodyPr/>
          <a:lstStyle>
            <a:lvl1pPr marL="0" indent="0" algn="l">
              <a:buNone/>
              <a:defRPr sz="2200">
                <a:latin typeface="+mn-lt"/>
              </a:defRPr>
            </a:lvl1pPr>
            <a:lvl2pPr marL="0" indent="0" algn="l">
              <a:buNone/>
              <a:defRPr sz="1765">
                <a:latin typeface="+mn-lt"/>
              </a:defRPr>
            </a:lvl2pPr>
            <a:lvl3pPr marL="0" indent="0" algn="l">
              <a:buNone/>
              <a:defRPr sz="1568">
                <a:latin typeface="+mn-lt"/>
              </a:defRPr>
            </a:lvl3pPr>
            <a:lvl4pPr marL="0" indent="0" algn="l">
              <a:buNone/>
              <a:defRPr sz="1372">
                <a:latin typeface="+mn-lt"/>
              </a:defRPr>
            </a:lvl4pPr>
            <a:lvl5pPr marL="0" indent="0" algn="l">
              <a:buNone/>
              <a:defRPr sz="1372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096000" y="4975558"/>
            <a:ext cx="5671764" cy="1705723"/>
          </a:xfrm>
        </p:spPr>
        <p:txBody>
          <a:bodyPr/>
          <a:lstStyle>
            <a:lvl1pPr marL="0" indent="0" algn="l">
              <a:buNone/>
              <a:defRPr sz="2200">
                <a:latin typeface="+mn-lt"/>
              </a:defRPr>
            </a:lvl1pPr>
            <a:lvl2pPr marL="0" indent="0" algn="l">
              <a:buNone/>
              <a:defRPr sz="1765">
                <a:latin typeface="+mn-lt"/>
              </a:defRPr>
            </a:lvl2pPr>
            <a:lvl3pPr marL="0" indent="0" algn="l">
              <a:buNone/>
              <a:defRPr sz="1568">
                <a:latin typeface="+mn-lt"/>
              </a:defRPr>
            </a:lvl3pPr>
            <a:lvl4pPr marL="0" indent="0" algn="l">
              <a:buNone/>
              <a:defRPr sz="1372">
                <a:latin typeface="+mn-lt"/>
              </a:defRPr>
            </a:lvl4pPr>
            <a:lvl5pPr marL="0" indent="0" algn="l">
              <a:buNone/>
              <a:defRPr sz="1372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674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4.07407E-6 L 0.03178 0.00047 " pathEditMode="relative" rAng="0" ptsTypes="AA">
                                      <p:cBhvr>
                                        <p:cTn id="9" dur="7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89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4" grpId="1" build="p">
        <p:tmplLst>
          <p:tmpl lvl="1">
            <p:tnLst>
              <p:par>
                <p:cTn presetID="63" presetClass="path" presetSubtype="0" accel="50000" decel="50000" fill="hold" nodeType="withEffect">
                  <p:stCondLst>
                    <p:cond delay="0"/>
                  </p:stCondLst>
                  <p:childTnLst>
                    <p:animMotion origin="layout" path="M -4.375E-6 -4.07407E-6 L 0.03178 0.00047 " pathEditMode="relative" rAng="0" ptsTypes="AA">
                      <p:cBhvr>
                        <p:cTn dur="750" fill="hold"/>
                        <p:tgtEl>
                          <p:spTgt spid="4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1589" y="23"/>
                    </p:animMotion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allout with small Non-bulle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/>
          <p:cNvSpPr/>
          <p:nvPr userDrawn="1"/>
        </p:nvSpPr>
        <p:spPr>
          <a:xfrm>
            <a:off x="129521" y="0"/>
            <a:ext cx="4741280" cy="2353474"/>
          </a:xfrm>
          <a:custGeom>
            <a:avLst/>
            <a:gdLst>
              <a:gd name="connsiteX0" fmla="*/ 0 w 4741280"/>
              <a:gd name="connsiteY0" fmla="*/ 0 h 2353474"/>
              <a:gd name="connsiteX1" fmla="*/ 4741280 w 4741280"/>
              <a:gd name="connsiteY1" fmla="*/ 0 h 2353474"/>
              <a:gd name="connsiteX2" fmla="*/ 4729949 w 4741280"/>
              <a:gd name="connsiteY2" fmla="*/ 224399 h 2353474"/>
              <a:gd name="connsiteX3" fmla="*/ 2370640 w 4741280"/>
              <a:gd name="connsiteY3" fmla="*/ 2353474 h 2353474"/>
              <a:gd name="connsiteX4" fmla="*/ 11331 w 4741280"/>
              <a:gd name="connsiteY4" fmla="*/ 224399 h 2353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1280" h="2353474">
                <a:moveTo>
                  <a:pt x="0" y="0"/>
                </a:moveTo>
                <a:lnTo>
                  <a:pt x="4741280" y="0"/>
                </a:lnTo>
                <a:lnTo>
                  <a:pt x="4729949" y="224399"/>
                </a:lnTo>
                <a:cubicBezTo>
                  <a:pt x="4608502" y="1420269"/>
                  <a:pt x="3598552" y="2353474"/>
                  <a:pt x="2370640" y="2353474"/>
                </a:cubicBezTo>
                <a:cubicBezTo>
                  <a:pt x="1142728" y="2353474"/>
                  <a:pt x="132779" y="1420269"/>
                  <a:pt x="11331" y="22439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431800"/>
            <a:ext cx="5371038" cy="1830245"/>
          </a:xfrm>
        </p:spPr>
        <p:txBody>
          <a:bodyPr wrap="square" lIns="146304" rIns="146304">
            <a:spAutoFit/>
          </a:bodyPr>
          <a:lstStyle>
            <a:lvl1pPr marL="0" marR="0" indent="0" algn="l" defTabSz="91436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itchFamily="2" charset="2"/>
              <a:buNone/>
              <a:tabLst/>
              <a:defRPr lang="en-US" sz="3137" kern="1200" spc="0" baseline="0" dirty="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+mj-lt"/>
                <a:ea typeface="+mn-ea"/>
                <a:cs typeface="+mn-cs"/>
              </a:defRPr>
            </a:lvl1pPr>
            <a:lvl2pPr marL="0" indent="0">
              <a:buNone/>
              <a:defRPr sz="1961"/>
            </a:lvl2pPr>
            <a:lvl3pPr marL="227209" indent="0">
              <a:buNone/>
              <a:tabLst/>
              <a:defRPr sz="1961"/>
            </a:lvl3pPr>
            <a:lvl4pPr marL="451306" indent="0">
              <a:buNone/>
              <a:defRPr/>
            </a:lvl4pPr>
            <a:lvl5pPr marL="672290" indent="0">
              <a:buNone/>
              <a:tabLst/>
              <a:defRPr/>
            </a:lvl5pPr>
          </a:lstStyle>
          <a:p>
            <a:r>
              <a:rPr lang="en-US" dirty="0"/>
              <a:t>A short introduction</a:t>
            </a:r>
            <a:br>
              <a:rPr lang="en-US" dirty="0"/>
            </a:br>
            <a:r>
              <a:rPr lang="en-US" dirty="0"/>
              <a:t>to the data, revealing</a:t>
            </a:r>
            <a:br>
              <a:rPr lang="en-US" dirty="0"/>
            </a:br>
            <a:r>
              <a:rPr lang="en-US" dirty="0"/>
              <a:t>points one at a time, will enhance comprehension.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293687" y="3436331"/>
            <a:ext cx="2286000" cy="1802032"/>
          </a:xfrm>
        </p:spPr>
        <p:txBody>
          <a:bodyPr lIns="182880" tIns="146304" rIns="182880"/>
          <a:lstStyle>
            <a:lvl1pPr marL="0" indent="0" algn="l">
              <a:buNone/>
              <a:defRPr sz="1600" b="1">
                <a:latin typeface="+mn-lt"/>
              </a:defRPr>
            </a:lvl1pPr>
            <a:lvl2pPr marL="0" indent="0" algn="l"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>
              <a:buNone/>
              <a:defRPr sz="1200">
                <a:latin typeface="+mn-lt"/>
              </a:defRPr>
            </a:lvl3pPr>
            <a:lvl4pPr marL="0" indent="0" algn="l">
              <a:buNone/>
              <a:defRPr sz="1100">
                <a:latin typeface="+mn-lt"/>
              </a:defRPr>
            </a:lvl4pPr>
            <a:lvl5pPr marL="0" indent="0" algn="l">
              <a:buNone/>
              <a:defRPr sz="11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555244" y="0"/>
            <a:ext cx="4083304" cy="1926336"/>
          </a:xfrm>
          <a:prstGeom prst="rect">
            <a:avLst/>
          </a:prstGeom>
        </p:spPr>
        <p:txBody>
          <a:bodyPr lIns="146304" tIns="420624" rIns="146304" anchor="t" anchorCtr="0"/>
          <a:lstStyle>
            <a:lvl1pPr>
              <a:defRPr lang="en-US" sz="3200" b="0" kern="1200" spc="60" baseline="0" dirty="0">
                <a:solidFill>
                  <a:schemeClr val="bg1"/>
                </a:solidFill>
                <a:latin typeface="+mj-lt"/>
                <a:ea typeface="+mn-ea"/>
                <a:cs typeface="Segoe UI Semilight" panose="020B0402040204020203" pitchFamily="34" charset="0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title style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2661017" y="3436331"/>
            <a:ext cx="2286000" cy="1802032"/>
          </a:xfrm>
        </p:spPr>
        <p:txBody>
          <a:bodyPr lIns="182880" tIns="146304" rIns="91440"/>
          <a:lstStyle>
            <a:lvl1pPr marL="0" indent="0" algn="l">
              <a:buNone/>
              <a:defRPr lang="en-US" sz="16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>
              <a:buNone/>
              <a:defRPr sz="1200" b="0">
                <a:latin typeface="+mn-lt"/>
              </a:defRPr>
            </a:lvl3pPr>
            <a:lvl4pPr marL="0" indent="0" algn="l">
              <a:buNone/>
              <a:defRPr sz="1100" b="0">
                <a:latin typeface="+mn-lt"/>
              </a:defRPr>
            </a:lvl4pPr>
            <a:lvl5pPr marL="0" indent="0" algn="l">
              <a:buNone/>
              <a:defRPr sz="1100" b="0">
                <a:latin typeface="+mn-lt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5028347" y="3436331"/>
            <a:ext cx="2286000" cy="1802032"/>
          </a:xfrm>
        </p:spPr>
        <p:txBody>
          <a:bodyPr lIns="182880" tIns="146304" rIns="91440"/>
          <a:lstStyle>
            <a:lvl1pPr marL="0" indent="0" algn="l">
              <a:buNone/>
              <a:defRPr lang="en-US" sz="16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>
              <a:buNone/>
              <a:defRPr sz="1400" b="0">
                <a:solidFill>
                  <a:schemeClr val="tx1"/>
                </a:solidFill>
                <a:latin typeface="+mn-lt"/>
              </a:defRPr>
            </a:lvl2pPr>
            <a:lvl3pPr marL="0" indent="0" algn="l">
              <a:buNone/>
              <a:defRPr sz="1200" b="0">
                <a:latin typeface="+mn-lt"/>
              </a:defRPr>
            </a:lvl3pPr>
            <a:lvl4pPr marL="0" indent="0" algn="l">
              <a:buNone/>
              <a:defRPr sz="1100" b="0">
                <a:latin typeface="+mn-lt"/>
              </a:defRPr>
            </a:lvl4pPr>
            <a:lvl5pPr marL="0" indent="0" algn="l">
              <a:buNone/>
              <a:defRPr sz="1100" b="0">
                <a:latin typeface="+mn-lt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7395677" y="3436331"/>
            <a:ext cx="2286000" cy="1802032"/>
          </a:xfrm>
        </p:spPr>
        <p:txBody>
          <a:bodyPr lIns="182880" tIns="146304" rIns="91440"/>
          <a:lstStyle>
            <a:lvl1pPr marL="0" indent="0" algn="l">
              <a:buNone/>
              <a:defRPr lang="en-US" sz="16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>
              <a:buNone/>
              <a:defRPr sz="1200" b="0">
                <a:latin typeface="+mn-lt"/>
              </a:defRPr>
            </a:lvl3pPr>
            <a:lvl4pPr marL="0" indent="0" algn="l">
              <a:buNone/>
              <a:defRPr sz="1100" b="0">
                <a:latin typeface="+mn-lt"/>
              </a:defRPr>
            </a:lvl4pPr>
            <a:lvl5pPr marL="0" indent="0" algn="l">
              <a:buNone/>
              <a:defRPr sz="1100" b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5"/>
          </p:nvPr>
        </p:nvSpPr>
        <p:spPr>
          <a:xfrm>
            <a:off x="9763006" y="3436331"/>
            <a:ext cx="2286000" cy="1802032"/>
          </a:xfrm>
        </p:spPr>
        <p:txBody>
          <a:bodyPr lIns="182880" tIns="146304" rIns="91440"/>
          <a:lstStyle>
            <a:lvl1pPr marL="0" indent="0" algn="l">
              <a:buNone/>
              <a:defRPr lang="en-US" sz="16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>
              <a:buNone/>
              <a:defRPr sz="1200" b="0">
                <a:latin typeface="+mn-lt"/>
              </a:defRPr>
            </a:lvl3pPr>
            <a:lvl4pPr marL="0" indent="0" algn="l">
              <a:buNone/>
              <a:defRPr sz="1100" b="0">
                <a:latin typeface="+mn-lt"/>
              </a:defRPr>
            </a:lvl4pPr>
            <a:lvl5pPr marL="0" indent="0" algn="l">
              <a:buNone/>
              <a:defRPr sz="1100" b="0">
                <a:latin typeface="+mn-lt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3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997E989-D798-4C62-8E93-3D2D613C24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804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,  5 Pillars smal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12143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598127"/>
            <a:ext cx="3714704" cy="2524794"/>
          </a:xfrm>
        </p:spPr>
        <p:txBody>
          <a:bodyPr lIns="91440" rIns="91440"/>
          <a:lstStyle>
            <a:lvl1pPr algn="ctr">
              <a:spcAft>
                <a:spcPts val="3000"/>
              </a:spcAft>
              <a:defRPr sz="240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2000" kern="1200" dirty="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4"/>
          </p:nvPr>
        </p:nvSpPr>
        <p:spPr>
          <a:xfrm>
            <a:off x="4168631" y="2598127"/>
            <a:ext cx="3840480" cy="2524794"/>
          </a:xfrm>
        </p:spPr>
        <p:txBody>
          <a:bodyPr lIns="91440" rIns="91440"/>
          <a:lstStyle>
            <a:lvl1pPr algn="ctr">
              <a:defRPr lang="en-US" sz="2400" kern="1200" dirty="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2000" kern="1200" dirty="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5"/>
          </p:nvPr>
        </p:nvSpPr>
        <p:spPr>
          <a:xfrm>
            <a:off x="8158238" y="2598127"/>
            <a:ext cx="3773077" cy="2524794"/>
          </a:xfrm>
        </p:spPr>
        <p:txBody>
          <a:bodyPr lIns="91440" rIns="91440"/>
          <a:lstStyle>
            <a:lvl1pPr algn="ctr">
              <a:defRPr lang="en-US" sz="2400" kern="1200" dirty="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2000" kern="1200" dirty="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reeform: Shape 10"/>
          <p:cNvSpPr/>
          <p:nvPr userDrawn="1"/>
        </p:nvSpPr>
        <p:spPr>
          <a:xfrm>
            <a:off x="129521" y="0"/>
            <a:ext cx="2749481" cy="1364786"/>
          </a:xfrm>
          <a:custGeom>
            <a:avLst/>
            <a:gdLst>
              <a:gd name="connsiteX0" fmla="*/ 0 w 4741280"/>
              <a:gd name="connsiteY0" fmla="*/ 0 h 2353474"/>
              <a:gd name="connsiteX1" fmla="*/ 4741280 w 4741280"/>
              <a:gd name="connsiteY1" fmla="*/ 0 h 2353474"/>
              <a:gd name="connsiteX2" fmla="*/ 4729949 w 4741280"/>
              <a:gd name="connsiteY2" fmla="*/ 224399 h 2353474"/>
              <a:gd name="connsiteX3" fmla="*/ 2370640 w 4741280"/>
              <a:gd name="connsiteY3" fmla="*/ 2353474 h 2353474"/>
              <a:gd name="connsiteX4" fmla="*/ 11331 w 4741280"/>
              <a:gd name="connsiteY4" fmla="*/ 224399 h 2353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1280" h="2353474">
                <a:moveTo>
                  <a:pt x="0" y="0"/>
                </a:moveTo>
                <a:lnTo>
                  <a:pt x="4741280" y="0"/>
                </a:lnTo>
                <a:lnTo>
                  <a:pt x="4729949" y="224399"/>
                </a:lnTo>
                <a:cubicBezTo>
                  <a:pt x="4608502" y="1420269"/>
                  <a:pt x="3598552" y="2353474"/>
                  <a:pt x="2370640" y="2353474"/>
                </a:cubicBezTo>
                <a:cubicBezTo>
                  <a:pt x="1142728" y="2353474"/>
                  <a:pt x="132779" y="1420269"/>
                  <a:pt x="11331" y="22439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16322" y="339408"/>
            <a:ext cx="2375877" cy="535531"/>
          </a:xfrm>
        </p:spPr>
        <p:txBody>
          <a:bodyPr/>
          <a:lstStyle>
            <a:lvl1pPr algn="ctr">
              <a:defRPr lang="en-US" sz="3200" b="0" i="0" kern="1200" spc="60" baseline="0" dirty="0">
                <a:solidFill>
                  <a:schemeClr val="bg1"/>
                </a:solidFill>
                <a:latin typeface="+mj-lt"/>
                <a:ea typeface="+mn-ea"/>
                <a:cs typeface="Segoe UI Semilight" panose="020B0402040204020203" pitchFamily="34" charset="0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2879003" y="419100"/>
            <a:ext cx="9084398" cy="13700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997E989-D798-4C62-8E93-3D2D613C24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3865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,  5 Pillars smal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12143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658" y="3493674"/>
            <a:ext cx="2377440" cy="2226763"/>
          </a:xfrm>
        </p:spPr>
        <p:txBody>
          <a:bodyPr lIns="146304" rIns="146304"/>
          <a:lstStyle>
            <a:lvl1pPr algn="ctr">
              <a:defRPr sz="220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47687" y="6465381"/>
            <a:ext cx="431425" cy="365125"/>
          </a:xfrm>
          <a:prstGeom prst="rect">
            <a:avLst/>
          </a:prstGeom>
        </p:spPr>
        <p:txBody>
          <a:bodyPr/>
          <a:lstStyle/>
          <a:p>
            <a:fld id="{5AE1514C-5E56-4738-A1FF-4B1CFD2A3E3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4"/>
          </p:nvPr>
        </p:nvSpPr>
        <p:spPr>
          <a:xfrm>
            <a:off x="2483635" y="3493674"/>
            <a:ext cx="2377440" cy="2226763"/>
          </a:xfrm>
        </p:spPr>
        <p:txBody>
          <a:bodyPr lIns="146304" rIns="146304"/>
          <a:lstStyle>
            <a:lvl1pPr algn="ctr">
              <a:defRPr sz="220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5"/>
          </p:nvPr>
        </p:nvSpPr>
        <p:spPr>
          <a:xfrm>
            <a:off x="4898612" y="3493674"/>
            <a:ext cx="2377440" cy="2226763"/>
          </a:xfrm>
        </p:spPr>
        <p:txBody>
          <a:bodyPr lIns="146304" rIns="146304"/>
          <a:lstStyle>
            <a:lvl1pPr algn="ctr">
              <a:defRPr sz="220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6"/>
          </p:nvPr>
        </p:nvSpPr>
        <p:spPr>
          <a:xfrm>
            <a:off x="7313589" y="3493674"/>
            <a:ext cx="2377440" cy="2226763"/>
          </a:xfrm>
        </p:spPr>
        <p:txBody>
          <a:bodyPr lIns="146304" rIns="146304"/>
          <a:lstStyle>
            <a:lvl1pPr algn="ctr">
              <a:defRPr sz="220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7"/>
          </p:nvPr>
        </p:nvSpPr>
        <p:spPr>
          <a:xfrm>
            <a:off x="9728566" y="3493674"/>
            <a:ext cx="2377440" cy="2226763"/>
          </a:xfrm>
        </p:spPr>
        <p:txBody>
          <a:bodyPr lIns="146304" rIns="146304"/>
          <a:lstStyle>
            <a:lvl1pPr algn="ctr">
              <a:defRPr sz="220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297258" y="3382066"/>
            <a:ext cx="1920240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2712235" y="3382066"/>
            <a:ext cx="1920240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/>
          <p:cNvSpPr/>
          <p:nvPr userDrawn="1"/>
        </p:nvSpPr>
        <p:spPr>
          <a:xfrm>
            <a:off x="7542189" y="3382066"/>
            <a:ext cx="1920240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9957166" y="3382066"/>
            <a:ext cx="1920240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5127212" y="3382066"/>
            <a:ext cx="1920240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70361"/>
            <a:ext cx="12192000" cy="535531"/>
          </a:xfr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32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  <a:cs typeface="Segoe UI Semilight" panose="020B0402040204020203" pitchFamily="34" charset="0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title style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18" hasCustomPrompt="1"/>
          </p:nvPr>
        </p:nvSpPr>
        <p:spPr>
          <a:xfrm>
            <a:off x="68658" y="2577396"/>
            <a:ext cx="2377440" cy="840230"/>
          </a:xfrm>
        </p:spPr>
        <p:txBody>
          <a:bodyPr lIns="146304" rIns="146304"/>
          <a:lstStyle>
            <a:lvl1pPr marL="0" algn="ctr" defTabSz="914400" rtl="0" eaLnBrk="1" latinLnBrk="0" hangingPunct="1">
              <a:defRPr lang="en-US" sz="5400" kern="120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9" hasCustomPrompt="1"/>
          </p:nvPr>
        </p:nvSpPr>
        <p:spPr>
          <a:xfrm>
            <a:off x="2483635" y="2577396"/>
            <a:ext cx="2377440" cy="840230"/>
          </a:xfrm>
        </p:spPr>
        <p:txBody>
          <a:bodyPr lIns="146304" rIns="146304"/>
          <a:lstStyle>
            <a:lvl1pPr algn="ctr">
              <a:defRPr lang="en-US" sz="5400" b="1" kern="120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#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20" hasCustomPrompt="1"/>
          </p:nvPr>
        </p:nvSpPr>
        <p:spPr>
          <a:xfrm>
            <a:off x="4898612" y="2577396"/>
            <a:ext cx="2377440" cy="840230"/>
          </a:xfrm>
        </p:spPr>
        <p:txBody>
          <a:bodyPr vert="horz" wrap="square" lIns="146304" tIns="45720" rIns="146304" bIns="45720" rtlCol="0">
            <a:spAutoFit/>
          </a:bodyPr>
          <a:lstStyle>
            <a:lvl1pPr algn="ctr">
              <a:defRPr lang="en-US" sz="540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pPr lvl="0" algn="ctr"/>
            <a:r>
              <a:rPr lang="en-US" dirty="0"/>
              <a:t>#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idx="21" hasCustomPrompt="1"/>
          </p:nvPr>
        </p:nvSpPr>
        <p:spPr>
          <a:xfrm>
            <a:off x="7313589" y="2577396"/>
            <a:ext cx="2377440" cy="840230"/>
          </a:xfrm>
        </p:spPr>
        <p:txBody>
          <a:bodyPr vert="horz" wrap="square" lIns="146304" tIns="45720" rIns="146304" bIns="45720" rtlCol="0">
            <a:spAutoFit/>
          </a:bodyPr>
          <a:lstStyle>
            <a:lvl1pPr algn="ctr">
              <a:defRPr lang="en-US" sz="540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pPr lvl="0" algn="ctr"/>
            <a:r>
              <a:rPr lang="en-US" dirty="0"/>
              <a:t>#</a:t>
            </a:r>
          </a:p>
        </p:txBody>
      </p:sp>
      <p:sp>
        <p:nvSpPr>
          <p:cNvPr id="21" name="Content Placeholder 2"/>
          <p:cNvSpPr>
            <a:spLocks noGrp="1"/>
          </p:cNvSpPr>
          <p:nvPr>
            <p:ph idx="22" hasCustomPrompt="1"/>
          </p:nvPr>
        </p:nvSpPr>
        <p:spPr>
          <a:xfrm>
            <a:off x="9728566" y="2577396"/>
            <a:ext cx="2377440" cy="840230"/>
          </a:xfrm>
        </p:spPr>
        <p:txBody>
          <a:bodyPr vert="horz" wrap="square" lIns="146304" tIns="45720" rIns="146304" bIns="45720" rtlCol="0">
            <a:spAutoFit/>
          </a:bodyPr>
          <a:lstStyle>
            <a:lvl1pPr algn="ctr">
              <a:defRPr lang="en-US" sz="540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pPr lvl="0" algn="ctr"/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249118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p14:presetBounceEnd="3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2000">
                                          <p:cBhvr additive="base">
                                            <p:cTn id="11" dur="750" fill="hold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2000">
                                          <p:cBhvr additive="base">
                                            <p:cTn id="12" dur="750" fill="hold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" fill="hold">
                          <p:stCondLst>
                            <p:cond delay="indefinite"/>
                          </p:stCondLst>
                          <p:childTnLst>
                            <p:par>
                              <p:cTn id="1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9" presetID="2" presetClass="entr" presetSubtype="4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1" fill="hold" grpId="0" nodeType="withEffect" p14:presetBounceEnd="3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2000">
                                          <p:cBhvr additive="base">
                                            <p:cTn id="25" dur="750" fill="hold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2000">
                                          <p:cBhvr additive="base">
                                            <p:cTn id="26" dur="750" fill="hold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1" fill="hold">
                          <p:stCondLst>
                            <p:cond delay="indefinite"/>
                          </p:stCondLst>
                          <p:childTnLst>
                            <p:par>
                              <p:cTn id="3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3" presetID="2" presetClass="entr" presetSubtype="4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75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75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1" fill="hold" grpId="0" nodeType="withEffect" p14:presetBounceEnd="3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2000">
                                          <p:cBhvr additive="base">
                                            <p:cTn id="39" dur="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2000">
                                          <p:cBhvr additive="base">
                                            <p:cTn id="40" dur="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5" fill="hold">
                          <p:stCondLst>
                            <p:cond delay="indefinite"/>
                          </p:stCondLst>
                          <p:childTnLst>
                            <p:par>
                              <p:cTn id="4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7" presetID="2" presetClass="entr" presetSubtype="4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9" dur="7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0" dur="7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1" presetID="2" presetClass="entr" presetSubtype="1" fill="hold" grpId="0" nodeType="withEffect" p14:presetBounceEnd="3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2000">
                                          <p:cBhvr additive="base">
                                            <p:cTn id="53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2000">
                                          <p:cBhvr additive="base">
                                            <p:cTn id="54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7" dur="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8" dur="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2" presetClass="entr" presetSubtype="4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3" dur="7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4" dur="7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2" presetClass="entr" presetSubtype="1" fill="hold" grpId="0" nodeType="withEffect" p14:presetBounceEnd="3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2000">
                                          <p:cBhvr additive="base">
                                            <p:cTn id="67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2000">
                                          <p:cBhvr additive="base">
                                            <p:cTn id="68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9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1" dur="7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2" dur="7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uiExpand="1">
            <p:tmplLst>
              <p:tmpl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3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3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7" grpId="0" uiExpand="1">
            <p:tmplLst>
              <p:tmpl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9" grpId="0">
            <p:tmplLst>
              <p:tmpl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9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9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10" grpId="0">
            <p:tmplLst>
              <p:tmpl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0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0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11" grpId="0">
            <p:tmplLst>
              <p:tmpl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1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1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12" grpId="0" animBg="1"/>
          <p:bldP spid="13" grpId="0" animBg="1"/>
          <p:bldP spid="14" grpId="0" animBg="1"/>
          <p:bldP spid="15" grpId="0" animBg="1"/>
          <p:bldP spid="16" grpId="0" animBg="1"/>
          <p:bldP spid="17" grpId="0" uiExpand="1" build="p">
            <p:tmplLst>
              <p:tmpl lvl="1">
                <p:tnLst>
                  <p:par>
                    <p:cTn presetID="2" presetClass="entr" presetSubtype="1" fill="hold" nodeType="withEffect" p14:presetBounceEnd="32000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p14:bounceEnd="32000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 p14:bounceEnd="32000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0-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2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3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4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5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18" grpId="0" uiExpand="1" build="p">
            <p:tmplLst>
              <p:tmpl lvl="1">
                <p:tnLst>
                  <p:par>
                    <p:cTn presetID="2" presetClass="entr" presetSubtype="1" fill="hold" nodeType="withEffect" p14:presetBounceEnd="32000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p14:bounceEnd="32000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 p14:bounceEnd="32000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0-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2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3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4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5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19" grpId="0">
            <p:tmplLst>
              <p:tmpl>
                <p:tnLst>
                  <p:par>
                    <p:cTn presetID="2" presetClass="entr" presetSubtype="1" fill="hold" nodeType="withEffect" p14:presetBounceEnd="32000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p14:bounceEnd="32000">
                          <p:cBhvr additive="base">
                            <p:cTn dur="750" fill="hold"/>
                            <p:tgtEl>
                              <p:spTgt spid="19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 p14:bounceEnd="32000">
                          <p:cBhvr additive="base">
                            <p:cTn dur="750" fill="hold"/>
                            <p:tgtEl>
                              <p:spTgt spid="19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0-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20" grpId="0">
            <p:tmplLst>
              <p:tmpl>
                <p:tnLst>
                  <p:par>
                    <p:cTn presetID="2" presetClass="entr" presetSubtype="1" fill="hold" nodeType="withEffect" p14:presetBounceEnd="32000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p14:bounceEnd="32000">
                          <p:cBhvr additive="base">
                            <p:cTn dur="750" fill="hold"/>
                            <p:tgtEl>
                              <p:spTgt spid="20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 p14:bounceEnd="32000">
                          <p:cBhvr additive="base">
                            <p:cTn dur="750" fill="hold"/>
                            <p:tgtEl>
                              <p:spTgt spid="20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0-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21" grpId="0">
            <p:tmplLst>
              <p:tmpl>
                <p:tnLst>
                  <p:par>
                    <p:cTn presetID="2" presetClass="entr" presetSubtype="1" fill="hold" nodeType="withEffect" p14:presetBounceEnd="32000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p14:bounceEnd="32000">
                          <p:cBhvr additive="base">
                            <p:cTn dur="750" fill="hold"/>
                            <p:tgtEl>
                              <p:spTgt spid="21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 p14:bounceEnd="32000">
                          <p:cBhvr additive="base">
                            <p:cTn dur="750" fill="hold"/>
                            <p:tgtEl>
                              <p:spTgt spid="21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0-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750" fill="hold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750" fill="hold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" fill="hold">
                          <p:stCondLst>
                            <p:cond delay="indefinite"/>
                          </p:stCondLst>
                          <p:childTnLst>
                            <p:par>
                              <p:cTn id="1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9" presetID="2" presetClass="entr" presetSubtype="4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750" fill="hold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750" fill="hold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1" fill="hold">
                          <p:stCondLst>
                            <p:cond delay="indefinite"/>
                          </p:stCondLst>
                          <p:childTnLst>
                            <p:par>
                              <p:cTn id="3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3" presetID="2" presetClass="entr" presetSubtype="4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75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75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5" fill="hold">
                          <p:stCondLst>
                            <p:cond delay="indefinite"/>
                          </p:stCondLst>
                          <p:childTnLst>
                            <p:par>
                              <p:cTn id="4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7" presetID="2" presetClass="entr" presetSubtype="4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9" dur="7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0" dur="7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1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3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4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7" dur="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8" dur="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2" presetClass="entr" presetSubtype="4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3" dur="7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4" dur="7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7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8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9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1" dur="7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2" dur="7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uiExpand="1">
            <p:tmplLst>
              <p:tmpl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3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3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7" grpId="0" uiExpand="1">
            <p:tmplLst>
              <p:tmpl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9" grpId="0">
            <p:tmplLst>
              <p:tmpl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9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9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10" grpId="0">
            <p:tmplLst>
              <p:tmpl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0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0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11" grpId="0">
            <p:tmplLst>
              <p:tmpl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1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1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12" grpId="0" animBg="1"/>
          <p:bldP spid="13" grpId="0" animBg="1"/>
          <p:bldP spid="14" grpId="0" animBg="1"/>
          <p:bldP spid="15" grpId="0" animBg="1"/>
          <p:bldP spid="16" grpId="0" animBg="1"/>
          <p:bldP spid="17" grpId="0" uiExpand="1" build="p">
            <p:tmplLst>
              <p:tmpl lvl="1">
                <p:tnLst>
                  <p:par>
                    <p:cTn presetID="2" presetClass="entr" presetSubtype="1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0-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2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3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4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5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18" grpId="0" uiExpand="1" build="p">
            <p:tmplLst>
              <p:tmpl lvl="1">
                <p:tnLst>
                  <p:par>
                    <p:cTn presetID="2" presetClass="entr" presetSubtype="1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0-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2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3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4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5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19" grpId="0">
            <p:tmplLst>
              <p:tmpl>
                <p:tnLst>
                  <p:par>
                    <p:cTn presetID="2" presetClass="entr" presetSubtype="1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9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9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0-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20" grpId="0">
            <p:tmplLst>
              <p:tmpl>
                <p:tnLst>
                  <p:par>
                    <p:cTn presetID="2" presetClass="entr" presetSubtype="1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20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20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0-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21" grpId="0">
            <p:tmplLst>
              <p:tmpl>
                <p:tnLst>
                  <p:par>
                    <p:cTn presetID="2" presetClass="entr" presetSubtype="1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21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21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0-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</p:bldLst>
      </p:timing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50-50 Right Phot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6129304" y="0"/>
            <a:ext cx="6062696" cy="6856100"/>
          </a:xfrm>
          <a:blipFill>
            <a:blip r:embed="rId2"/>
            <a:srcRect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3600" b="1" cap="none" baseline="0">
                <a:solidFill>
                  <a:srgbClr val="FFC000"/>
                </a:solidFill>
                <a:latin typeface="+mn-lt"/>
              </a:defRPr>
            </a:lvl1pPr>
          </a:lstStyle>
          <a:p>
            <a:r>
              <a:rPr lang="en-US" dirty="0"/>
              <a:t>Click icon to add pictures or go online at…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8" hasCustomPrompt="1"/>
          </p:nvPr>
        </p:nvSpPr>
        <p:spPr>
          <a:xfrm>
            <a:off x="1875949" y="419100"/>
            <a:ext cx="2377440" cy="840230"/>
          </a:xfrm>
        </p:spPr>
        <p:txBody>
          <a:bodyPr lIns="146304" rIns="146304"/>
          <a:lstStyle>
            <a:lvl1pPr marL="0" algn="ctr" defTabSz="914400" rtl="0" eaLnBrk="1" latinLnBrk="0" hangingPunct="1">
              <a:defRPr lang="en-US" sz="5400" kern="1200" dirty="0">
                <a:solidFill>
                  <a:schemeClr val="accent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0" y="3428050"/>
            <a:ext cx="6129304" cy="2754087"/>
          </a:xfrm>
        </p:spPr>
        <p:txBody>
          <a:bodyPr anchor="t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3000"/>
              </a:spcAft>
              <a:buNone/>
              <a:defRPr lang="en-US" sz="3600" b="0" i="0" kern="1200" spc="0" baseline="0" dirty="0">
                <a:gradFill>
                  <a:gsLst>
                    <a:gs pos="0">
                      <a:schemeClr val="tx2"/>
                    </a:gs>
                    <a:gs pos="100000">
                      <a:schemeClr val="tx2"/>
                    </a:gs>
                  </a:gsLst>
                  <a:lin ang="5400000" scaled="1"/>
                </a:gra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algn="ctr">
              <a:defRPr sz="2800"/>
            </a:lvl2pPr>
            <a:lvl3pPr algn="ctr">
              <a:defRPr lang="en-US" sz="24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ctr">
              <a:defRPr sz="2000" b="1"/>
            </a:lvl4pPr>
            <a:lvl5pPr algn="ctr"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0" y="1554163"/>
            <a:ext cx="6096000" cy="535531"/>
          </a:xfrm>
        </p:spPr>
        <p:txBody>
          <a:bodyPr/>
          <a:lstStyle>
            <a:lvl1pPr algn="ctr">
              <a:defRPr sz="3600" b="0">
                <a:latin typeface="+mj-lt"/>
              </a:defRPr>
            </a:lvl1pPr>
            <a:lvl2pPr algn="ctr">
              <a:defRPr lang="en-US" sz="3200" b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997E989-D798-4C62-8E93-3D2D613C24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1935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0-50 Right Phot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129304" y="0"/>
            <a:ext cx="6062696" cy="6856100"/>
          </a:xfrm>
          <a:blipFill>
            <a:blip r:embed="rId2"/>
            <a:srcRect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3600" b="1" cap="none" baseline="0">
                <a:solidFill>
                  <a:srgbClr val="FFC000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837561" y="6484937"/>
            <a:ext cx="3877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5AE1514C-5E56-4738-A1FF-4B1CFD2A3E3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8" hasCustomPrompt="1"/>
          </p:nvPr>
        </p:nvSpPr>
        <p:spPr>
          <a:xfrm>
            <a:off x="1875949" y="419100"/>
            <a:ext cx="2377440" cy="840230"/>
          </a:xfrm>
        </p:spPr>
        <p:txBody>
          <a:bodyPr lIns="146304" rIns="146304"/>
          <a:lstStyle>
            <a:lvl1pPr marL="0" algn="ctr" defTabSz="914400" rtl="0" eaLnBrk="1" latinLnBrk="0" hangingPunct="1">
              <a:defRPr lang="en-US" sz="5400" kern="1200" dirty="0">
                <a:solidFill>
                  <a:schemeClr val="accent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0" y="3429000"/>
            <a:ext cx="6096000" cy="2594043"/>
          </a:xfrm>
        </p:spPr>
        <p:txBody>
          <a:bodyPr anchor="t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3000"/>
              </a:spcAft>
              <a:buNone/>
              <a:defRPr lang="en-US" sz="3600" b="0" i="0" kern="1200" spc="0" baseline="0" dirty="0">
                <a:gradFill>
                  <a:gsLst>
                    <a:gs pos="0">
                      <a:schemeClr val="tx2"/>
                    </a:gs>
                    <a:gs pos="100000">
                      <a:schemeClr val="tx2"/>
                    </a:gs>
                  </a:gsLst>
                  <a:lin ang="5400000" scaled="1"/>
                </a:gra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algn="ctr">
              <a:defRPr sz="2800"/>
            </a:lvl2pPr>
            <a:lvl3pPr algn="ctr">
              <a:spcAft>
                <a:spcPts val="600"/>
              </a:spcAft>
              <a:defRPr lang="en-US" sz="24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ctr">
              <a:defRPr sz="2000" b="1"/>
            </a:lvl4pPr>
            <a:lvl5pPr algn="ctr"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0" y="1554163"/>
            <a:ext cx="6096000" cy="548957"/>
          </a:xfrm>
        </p:spPr>
        <p:txBody>
          <a:bodyPr/>
          <a:lstStyle>
            <a:lvl1pPr algn="ctr">
              <a:defRPr sz="3600" b="0">
                <a:latin typeface="+mj-lt"/>
              </a:defRPr>
            </a:lvl1pPr>
            <a:lvl2pPr algn="ctr">
              <a:defRPr lang="en-US" sz="3200" b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Slide Number Placeholder 7"/>
          <p:cNvSpPr txBox="1">
            <a:spLocks/>
          </p:cNvSpPr>
          <p:nvPr userDrawn="1"/>
        </p:nvSpPr>
        <p:spPr>
          <a:xfrm>
            <a:off x="10343911" y="6498718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97E989-D798-4C62-8E93-3D2D613C248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39579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50-50 Right Phot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129304" y="0"/>
            <a:ext cx="6062696" cy="6856100"/>
          </a:xfrm>
          <a:blipFill>
            <a:blip r:embed="rId2"/>
            <a:srcRect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3600" b="1" cap="none" baseline="0">
                <a:solidFill>
                  <a:srgbClr val="FFC000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0" y="3429000"/>
            <a:ext cx="6129304" cy="2754087"/>
          </a:xfrm>
        </p:spPr>
        <p:txBody>
          <a:bodyPr anchor="t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3000"/>
              </a:spcAft>
              <a:buNone/>
              <a:defRPr lang="en-US" sz="3600" b="0" i="0" kern="1200" spc="0" baseline="0" dirty="0">
                <a:gradFill>
                  <a:gsLst>
                    <a:gs pos="0">
                      <a:schemeClr val="tx2"/>
                    </a:gs>
                    <a:gs pos="100000">
                      <a:schemeClr val="tx2"/>
                    </a:gs>
                  </a:gsLst>
                  <a:lin ang="5400000" scaled="1"/>
                </a:gra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algn="ctr">
              <a:defRPr sz="2800"/>
            </a:lvl2pPr>
            <a:lvl3pPr algn="ctr">
              <a:defRPr lang="en-US" sz="24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ctr">
              <a:defRPr sz="2000" b="1"/>
            </a:lvl4pPr>
            <a:lvl5pPr algn="ctr"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8" hasCustomPrompt="1"/>
          </p:nvPr>
        </p:nvSpPr>
        <p:spPr>
          <a:xfrm>
            <a:off x="1875949" y="419100"/>
            <a:ext cx="2377440" cy="840230"/>
          </a:xfrm>
        </p:spPr>
        <p:txBody>
          <a:bodyPr lIns="146304" rIns="146304"/>
          <a:lstStyle>
            <a:lvl1pPr marL="0" algn="ctr" defTabSz="914400" rtl="0" eaLnBrk="1" latinLnBrk="0" hangingPunct="1">
              <a:defRPr lang="en-US" sz="5400" kern="1200" dirty="0">
                <a:solidFill>
                  <a:schemeClr val="accent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0" y="1554163"/>
            <a:ext cx="6129304" cy="535531"/>
          </a:xfrm>
        </p:spPr>
        <p:txBody>
          <a:bodyPr/>
          <a:lstStyle>
            <a:lvl1pPr algn="ctr">
              <a:defRPr sz="3600" b="0">
                <a:latin typeface="+mj-lt"/>
              </a:defRPr>
            </a:lvl1pPr>
            <a:lvl2pPr algn="ctr">
              <a:defRPr lang="en-US" sz="3200" b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997E989-D798-4C62-8E93-3D2D613C24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82334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50-50 Left Photo Layout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 flipH="1">
            <a:off x="-1" y="0"/>
            <a:ext cx="6094444" cy="6856100"/>
          </a:xfrm>
          <a:blipFill>
            <a:blip r:embed="rId2"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568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6094443" y="3425619"/>
            <a:ext cx="6097555" cy="2754087"/>
          </a:xfrm>
        </p:spPr>
        <p:txBody>
          <a:bodyPr anchor="t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3000"/>
              </a:spcAft>
              <a:buNone/>
              <a:defRPr lang="en-US" sz="3600" b="0" i="0" kern="1200" spc="0" baseline="0" dirty="0">
                <a:gradFill>
                  <a:gsLst>
                    <a:gs pos="0">
                      <a:schemeClr val="tx2"/>
                    </a:gs>
                    <a:gs pos="100000">
                      <a:schemeClr val="tx2"/>
                    </a:gs>
                  </a:gsLst>
                  <a:lin ang="5400000" scaled="1"/>
                </a:gra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algn="ctr">
              <a:defRPr sz="2800"/>
            </a:lvl2pPr>
            <a:lvl3pPr algn="ctr">
              <a:defRPr lang="en-US" sz="24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ctr">
              <a:defRPr sz="2000" b="1"/>
            </a:lvl4pPr>
            <a:lvl5pPr algn="ctr"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6094443" y="1554163"/>
            <a:ext cx="6097556" cy="535531"/>
          </a:xfrm>
        </p:spPr>
        <p:txBody>
          <a:bodyPr/>
          <a:lstStyle>
            <a:lvl1pPr algn="ctr">
              <a:defRPr sz="3600" b="0">
                <a:latin typeface="+mj-lt"/>
              </a:defRPr>
            </a:lvl1pPr>
            <a:lvl2pPr algn="ctr">
              <a:defRPr lang="en-US" sz="3200" b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8" hasCustomPrompt="1"/>
          </p:nvPr>
        </p:nvSpPr>
        <p:spPr>
          <a:xfrm>
            <a:off x="7743349" y="419100"/>
            <a:ext cx="2377440" cy="840230"/>
          </a:xfrm>
        </p:spPr>
        <p:txBody>
          <a:bodyPr lIns="146304" rIns="146304"/>
          <a:lstStyle>
            <a:lvl1pPr marL="0" algn="ctr" defTabSz="914400" rtl="0" eaLnBrk="1" latinLnBrk="0" hangingPunct="1">
              <a:defRPr lang="en-US" sz="5400" kern="1200" dirty="0">
                <a:solidFill>
                  <a:schemeClr val="accent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997E989-D798-4C62-8E93-3D2D613C24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201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50-50 Left Photo Layout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0" y="0"/>
            <a:ext cx="6094444" cy="6856100"/>
          </a:xfrm>
          <a:blipFill>
            <a:blip r:embed="rId2"/>
            <a:srcRect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568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6180534" y="3429000"/>
            <a:ext cx="6011466" cy="2754087"/>
          </a:xfrm>
        </p:spPr>
        <p:txBody>
          <a:bodyPr anchor="t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3000"/>
              </a:spcAft>
              <a:buNone/>
              <a:defRPr lang="en-US" sz="3600" b="0" i="0" kern="1200" spc="0" baseline="0" dirty="0">
                <a:solidFill>
                  <a:schemeClr val="tx2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algn="ctr">
              <a:defRPr sz="2800"/>
            </a:lvl2pPr>
            <a:lvl3pPr algn="ctr">
              <a:defRPr lang="en-US" sz="24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ctr">
              <a:defRPr sz="2000" b="1"/>
            </a:lvl4pPr>
            <a:lvl5pPr algn="ctr"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6180534" y="1554163"/>
            <a:ext cx="5791200" cy="535531"/>
          </a:xfrm>
        </p:spPr>
        <p:txBody>
          <a:bodyPr/>
          <a:lstStyle>
            <a:lvl1pPr algn="ctr">
              <a:defRPr sz="3600" b="0">
                <a:latin typeface="+mj-lt"/>
              </a:defRPr>
            </a:lvl1pPr>
            <a:lvl2pPr algn="ctr">
              <a:defRPr lang="en-US" sz="3200" b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8" hasCustomPrompt="1"/>
          </p:nvPr>
        </p:nvSpPr>
        <p:spPr>
          <a:xfrm>
            <a:off x="7743349" y="419100"/>
            <a:ext cx="2377440" cy="840230"/>
          </a:xfrm>
        </p:spPr>
        <p:txBody>
          <a:bodyPr lIns="146304" rIns="146304"/>
          <a:lstStyle>
            <a:lvl1pPr marL="0" algn="ctr" defTabSz="914400" rtl="0" eaLnBrk="1" latinLnBrk="0" hangingPunct="1">
              <a:defRPr lang="en-US" sz="5400" kern="1200" dirty="0">
                <a:solidFill>
                  <a:schemeClr val="accent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2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997E989-D798-4C62-8E93-3D2D613C24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61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50-50 Left Photo Layout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 flipH="1">
            <a:off x="0" y="0"/>
            <a:ext cx="6094444" cy="6856100"/>
          </a:xfrm>
          <a:blipFill>
            <a:blip r:embed="rId2"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568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6138266" y="3457545"/>
            <a:ext cx="6053733" cy="2754087"/>
          </a:xfrm>
        </p:spPr>
        <p:txBody>
          <a:bodyPr anchor="t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3000"/>
              </a:spcAft>
              <a:buNone/>
              <a:defRPr lang="en-US" sz="3600" b="0" i="0" kern="1200" spc="0" baseline="0" dirty="0">
                <a:solidFill>
                  <a:schemeClr val="tx2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algn="ctr">
              <a:defRPr sz="2800"/>
            </a:lvl2pPr>
            <a:lvl3pPr algn="ctr">
              <a:defRPr lang="en-US" sz="24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ctr">
              <a:defRPr sz="2000" b="1"/>
            </a:lvl4pPr>
            <a:lvl5pPr algn="ctr"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6138267" y="1554164"/>
            <a:ext cx="5875734" cy="535531"/>
          </a:xfrm>
        </p:spPr>
        <p:txBody>
          <a:bodyPr/>
          <a:lstStyle>
            <a:lvl1pPr algn="ctr">
              <a:defRPr sz="3600" b="0">
                <a:latin typeface="+mj-lt"/>
              </a:defRPr>
            </a:lvl1pPr>
            <a:lvl2pPr marL="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3200" b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lvl="1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-US" dirty="0"/>
              <a:t>50/50 photo layout</a:t>
            </a:r>
          </a:p>
        </p:txBody>
      </p:sp>
      <p:sp>
        <p:nvSpPr>
          <p:cNvPr id="9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997E989-D798-4C62-8E93-3D2D613C24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8845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50-50 Left Photo Layout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 flipH="1">
            <a:off x="-1" y="0"/>
            <a:ext cx="6094444" cy="6856100"/>
          </a:xfrm>
          <a:blipFill>
            <a:blip r:embed="rId2"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568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6096000" y="2356398"/>
            <a:ext cx="6096000" cy="2145203"/>
          </a:xfrm>
        </p:spPr>
        <p:txBody>
          <a:bodyPr anchor="ctr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ts val="2400"/>
              </a:spcBef>
              <a:spcAft>
                <a:spcPts val="600"/>
              </a:spcAft>
              <a:buNone/>
              <a:defRPr lang="en-US" sz="3600" b="0" i="0" kern="1200" spc="0" baseline="0" dirty="0">
                <a:gradFill>
                  <a:gsLst>
                    <a:gs pos="0">
                      <a:schemeClr val="tx2"/>
                    </a:gs>
                    <a:gs pos="100000">
                      <a:schemeClr val="tx2"/>
                    </a:gs>
                  </a:gsLst>
                  <a:lin ang="5400000" scaled="1"/>
                </a:gra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algn="ctr">
              <a:spcBef>
                <a:spcPts val="0"/>
              </a:spcBef>
              <a:spcAft>
                <a:spcPts val="600"/>
              </a:spcAft>
              <a:defRPr sz="2800"/>
            </a:lvl2pPr>
            <a:lvl3pPr algn="ctr">
              <a:spcBef>
                <a:spcPts val="0"/>
              </a:spcBef>
              <a:spcAft>
                <a:spcPts val="600"/>
              </a:spcAft>
              <a:defRPr lang="en-US" sz="24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ctr">
              <a:spcBef>
                <a:spcPts val="0"/>
              </a:spcBef>
              <a:spcAft>
                <a:spcPts val="600"/>
              </a:spcAft>
              <a:defRPr sz="2000" b="1"/>
            </a:lvl4pPr>
            <a:lvl5pPr algn="ctr">
              <a:spcBef>
                <a:spcPts val="0"/>
              </a:spcBef>
              <a:spcAft>
                <a:spcPts val="600"/>
              </a:spcAft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997E989-D798-4C62-8E93-3D2D613C24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60548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50-50 Left Photo Layout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0413" cy="6858000"/>
          </a:xfrm>
          <a:blipFill>
            <a:blip r:embed="rId2"/>
            <a:stretch>
              <a:fillRect/>
            </a:stretch>
          </a:blipFill>
        </p:spPr>
        <p:txBody>
          <a:bodyPr anchor="ctr" anchorCtr="0">
            <a:noAutofit/>
          </a:bodyPr>
          <a:lstStyle>
            <a:lvl1pPr algn="r">
              <a:defRPr baseline="0"/>
            </a:lvl1pPr>
          </a:lstStyle>
          <a:p>
            <a:r>
              <a:rPr lang="en-US" dirty="0"/>
              <a:t>Full Bleed Picture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8" hasCustomPrompt="1"/>
          </p:nvPr>
        </p:nvSpPr>
        <p:spPr>
          <a:xfrm>
            <a:off x="1875949" y="419100"/>
            <a:ext cx="2377440" cy="840230"/>
          </a:xfrm>
        </p:spPr>
        <p:txBody>
          <a:bodyPr lIns="146304" rIns="146304"/>
          <a:lstStyle>
            <a:lvl1pPr marL="0" algn="ctr" defTabSz="914400" rtl="0" eaLnBrk="1" latinLnBrk="0" hangingPunct="1">
              <a:defRPr lang="en-US" sz="5400" kern="1200" dirty="0">
                <a:solidFill>
                  <a:schemeClr val="accent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304800" y="3429000"/>
            <a:ext cx="5960269" cy="2754087"/>
          </a:xfrm>
        </p:spPr>
        <p:txBody>
          <a:bodyPr anchor="t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3000"/>
              </a:spcAft>
              <a:buNone/>
              <a:defRPr lang="en-US" sz="3600" b="0" i="0" kern="1200" spc="0" baseline="0" dirty="0">
                <a:gradFill>
                  <a:gsLst>
                    <a:gs pos="0">
                      <a:schemeClr val="tx2"/>
                    </a:gs>
                    <a:gs pos="100000">
                      <a:schemeClr val="tx2"/>
                    </a:gs>
                  </a:gsLst>
                  <a:lin ang="5400000" scaled="1"/>
                </a:gra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algn="ctr">
              <a:defRPr sz="2800"/>
            </a:lvl2pPr>
            <a:lvl3pPr algn="ctr">
              <a:defRPr lang="en-US" sz="24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ctr">
              <a:defRPr sz="2000" b="1"/>
            </a:lvl4pPr>
            <a:lvl5pPr algn="ctr"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04800" y="1554164"/>
            <a:ext cx="5875734" cy="535531"/>
          </a:xfrm>
        </p:spPr>
        <p:txBody>
          <a:bodyPr/>
          <a:lstStyle>
            <a:lvl1pPr algn="ctr">
              <a:defRPr sz="3600" b="0">
                <a:latin typeface="+mj-lt"/>
              </a:defRPr>
            </a:lvl1pPr>
            <a:lvl2pPr marL="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3200" b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lvl="1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-US" dirty="0"/>
              <a:t>Headline</a:t>
            </a:r>
          </a:p>
        </p:txBody>
      </p:sp>
      <p:sp>
        <p:nvSpPr>
          <p:cNvPr id="13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997E989-D798-4C62-8E93-3D2D613C24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1402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llout with small Non-bulle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12192000" cy="29748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69240" y="3367878"/>
            <a:ext cx="5192775" cy="1830245"/>
          </a:xfrm>
        </p:spPr>
        <p:txBody>
          <a:bodyPr wrap="square">
            <a:spAutoFit/>
          </a:bodyPr>
          <a:lstStyle>
            <a:lvl1pPr marL="0" marR="0" indent="0" algn="l" defTabSz="91436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itchFamily="2" charset="2"/>
              <a:buNone/>
              <a:tabLst/>
              <a:defRPr lang="en-US" sz="3137" kern="1200" spc="0" baseline="0" dirty="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indent="0">
              <a:buNone/>
              <a:defRPr sz="1961"/>
            </a:lvl2pPr>
            <a:lvl3pPr marL="227209" indent="0">
              <a:buNone/>
              <a:tabLst/>
              <a:defRPr sz="1961"/>
            </a:lvl3pPr>
            <a:lvl4pPr marL="451306" indent="0">
              <a:buNone/>
              <a:defRPr/>
            </a:lvl4pPr>
            <a:lvl5pPr marL="672290" indent="0">
              <a:buNone/>
              <a:tabLst/>
              <a:defRPr/>
            </a:lvl5pPr>
          </a:lstStyle>
          <a:p>
            <a:r>
              <a:rPr lang="en-US" dirty="0"/>
              <a:t>A short introduction</a:t>
            </a:r>
            <a:br>
              <a:rPr lang="en-US" dirty="0"/>
            </a:br>
            <a:r>
              <a:rPr lang="en-US" dirty="0"/>
              <a:t>to the data, revealing</a:t>
            </a:r>
            <a:br>
              <a:rPr lang="en-US" dirty="0"/>
            </a:br>
            <a:r>
              <a:rPr lang="en-US" dirty="0"/>
              <a:t>points one at a time, will enhance comprehension.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6253316" y="3503950"/>
            <a:ext cx="5671764" cy="1705723"/>
          </a:xfrm>
        </p:spPr>
        <p:txBody>
          <a:bodyPr/>
          <a:lstStyle>
            <a:lvl1pPr marL="0" indent="0" algn="l">
              <a:buNone/>
              <a:defRPr sz="1961">
                <a:latin typeface="+mn-lt"/>
              </a:defRPr>
            </a:lvl1pPr>
            <a:lvl2pPr marL="0" indent="0" algn="l">
              <a:buNone/>
              <a:defRPr sz="1765">
                <a:latin typeface="+mn-lt"/>
              </a:defRPr>
            </a:lvl2pPr>
            <a:lvl3pPr marL="0" indent="0" algn="l">
              <a:buNone/>
              <a:defRPr sz="1568">
                <a:latin typeface="+mn-lt"/>
              </a:defRPr>
            </a:lvl3pPr>
            <a:lvl4pPr marL="0" indent="0" algn="l">
              <a:buNone/>
              <a:defRPr sz="1372">
                <a:latin typeface="+mn-lt"/>
              </a:defRPr>
            </a:lvl4pPr>
            <a:lvl5pPr marL="0" indent="0" algn="l">
              <a:buNone/>
              <a:defRPr sz="1372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2974848"/>
          </a:xfrm>
          <a:blipFill>
            <a:blip r:embed="rId2"/>
            <a:srcRect/>
            <a:stretch>
              <a:fillRect t="-65721" r="-4798" b="-46455"/>
            </a:stretch>
          </a:blipFill>
        </p:spPr>
        <p:txBody>
          <a:bodyPr anchor="ctr" anchorCtr="0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997E989-D798-4C62-8E93-3D2D613C24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1981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 noChangeAspect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</p:spPr>
        <p:txBody>
          <a:bodyPr lIns="91440">
            <a:noAutofit/>
          </a:bodyPr>
          <a:lstStyle>
            <a:lvl1pPr algn="ctr">
              <a:defRPr/>
            </a:lvl1pPr>
          </a:lstStyle>
          <a:p>
            <a:r>
              <a:rPr lang="en-US" baseline="0"/>
              <a:t>Click icon to add picture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47687" y="6465381"/>
            <a:ext cx="431425" cy="365125"/>
          </a:xfrm>
          <a:prstGeom prst="rect">
            <a:avLst/>
          </a:prstGeom>
        </p:spPr>
        <p:txBody>
          <a:bodyPr/>
          <a:lstStyle/>
          <a:p>
            <a:fld id="{5AE1514C-5E56-4738-A1FF-4B1CFD2A3E3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6652" y="2567613"/>
            <a:ext cx="8804365" cy="1403495"/>
          </a:xfrm>
          <a:prstGeom prst="rect">
            <a:avLst/>
          </a:prstGeom>
        </p:spPr>
        <p:txBody>
          <a:bodyPr/>
          <a:lstStyle>
            <a:lvl1pPr algn="l">
              <a:defRPr lang="en-US" sz="8800" b="1" i="0" kern="1200" spc="10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rgbClr val="FFFFFF"/>
                    </a:gs>
                  </a:gsLst>
                  <a:lin ang="5400000" scaled="1"/>
                </a:gra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1581150" y="3971108"/>
            <a:ext cx="9461500" cy="757130"/>
          </a:xfrm>
        </p:spPr>
        <p:txBody>
          <a:bodyPr/>
          <a:lstStyle>
            <a:lvl1pPr algn="l">
              <a:defRPr lang="en-US" sz="4800" b="1" i="0" kern="1200" spc="300" dirty="0" smtClean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rgbClr val="FFFFFF"/>
                    </a:gs>
                  </a:gsLst>
                  <a:lin ang="5400000" scaled="1"/>
                </a:gradFill>
                <a:latin typeface="+mn-lt"/>
                <a:ea typeface="+mn-ea"/>
                <a:cs typeface="Segoe UI Semilight" panose="020B0402040204020203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4073567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47687" y="6465381"/>
            <a:ext cx="431425" cy="365125"/>
          </a:xfrm>
          <a:prstGeom prst="rect">
            <a:avLst/>
          </a:prstGeom>
        </p:spPr>
        <p:txBody>
          <a:bodyPr/>
          <a:lstStyle/>
          <a:p>
            <a:fld id="{5AE1514C-5E56-4738-A1FF-4B1CFD2A3E3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sz="quarter" idx="13"/>
          </p:nvPr>
        </p:nvSpPr>
        <p:spPr>
          <a:xfrm>
            <a:off x="0" y="0"/>
            <a:ext cx="12066954" cy="6858000"/>
          </a:xfrm>
        </p:spPr>
        <p:txBody>
          <a:bodyPr anchor="ctr">
            <a:noAutofit/>
          </a:bodyPr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39581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47687" y="6465381"/>
            <a:ext cx="431425" cy="365125"/>
          </a:xfrm>
          <a:prstGeom prst="rect">
            <a:avLst/>
          </a:prstGeom>
        </p:spPr>
        <p:txBody>
          <a:bodyPr/>
          <a:lstStyle/>
          <a:p>
            <a:fld id="{5AE1514C-5E56-4738-A1FF-4B1CFD2A3E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36482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4BDA58-9C93-4222-A4EC-4BEB46CE06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75"/>
            <a:ext cx="12192000" cy="6851649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47687" y="6465381"/>
            <a:ext cx="431425" cy="365125"/>
          </a:xfrm>
          <a:prstGeom prst="rect">
            <a:avLst/>
          </a:prstGeom>
        </p:spPr>
        <p:txBody>
          <a:bodyPr/>
          <a:lstStyle/>
          <a:p>
            <a:fld id="{5AE1514C-5E56-4738-A1FF-4B1CFD2A3E3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Box 5">
            <a:hlinkClick r:id="rId3"/>
            <a:extLst>
              <a:ext uri="{FF2B5EF4-FFF2-40B4-BE49-F238E27FC236}">
                <a16:creationId xmlns:a16="http://schemas.microsoft.com/office/drawing/2014/main" id="{FC5E276D-531E-45A9-B450-EFEC62CDC8DF}"/>
              </a:ext>
            </a:extLst>
          </p:cNvPr>
          <p:cNvSpPr txBox="1"/>
          <p:nvPr userDrawn="1"/>
        </p:nvSpPr>
        <p:spPr>
          <a:xfrm>
            <a:off x="4961284" y="93791"/>
            <a:ext cx="2269433" cy="31651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square" lIns="0" rIns="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Neal Creative  | click &amp; </a:t>
            </a:r>
            <a:r>
              <a:rPr kumimoji="0" lang="en-US" sz="105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Learn more</a:t>
            </a:r>
          </a:p>
        </p:txBody>
      </p:sp>
      <p:sp>
        <p:nvSpPr>
          <p:cNvPr id="7" name="TextBox 6">
            <a:hlinkClick r:id="rId4"/>
          </p:cNvPr>
          <p:cNvSpPr txBox="1"/>
          <p:nvPr userDrawn="1"/>
        </p:nvSpPr>
        <p:spPr>
          <a:xfrm>
            <a:off x="0" y="6548363"/>
            <a:ext cx="1209664" cy="346234"/>
          </a:xfrm>
          <a:prstGeom prst="roundRect">
            <a:avLst>
              <a:gd name="adj" fmla="val 50000"/>
            </a:avLst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chemeClr val="tx1"/>
                </a:solidFill>
              </a:rPr>
              <a:t>Neal Creative </a:t>
            </a: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</a:t>
            </a:r>
            <a:r>
              <a:rPr lang="en-US" sz="1000" baseline="0" dirty="0">
                <a:solidFill>
                  <a:schemeClr val="tx1"/>
                </a:solidFill>
              </a:rPr>
              <a:t> </a:t>
            </a:r>
            <a:endParaRPr lang="en-US" sz="1000" b="1" dirty="0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F273A61-5610-4355-89F3-7C90515BFCC9}"/>
              </a:ext>
            </a:extLst>
          </p:cNvPr>
          <p:cNvGrpSpPr/>
          <p:nvPr userDrawn="1"/>
        </p:nvGrpSpPr>
        <p:grpSpPr>
          <a:xfrm>
            <a:off x="5976075" y="3634505"/>
            <a:ext cx="1700633" cy="1798732"/>
            <a:chOff x="5976075" y="3634505"/>
            <a:chExt cx="1700633" cy="179873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A49345F-7A53-4131-8BB4-087032A6CCD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061135" y="4142336"/>
              <a:ext cx="860601" cy="1290901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596D35F-1F19-4447-829C-790DF2B8D2DD}"/>
                </a:ext>
              </a:extLst>
            </p:cNvPr>
            <p:cNvSpPr txBox="1"/>
            <p:nvPr/>
          </p:nvSpPr>
          <p:spPr>
            <a:xfrm>
              <a:off x="5976075" y="3634505"/>
              <a:ext cx="1700633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TIP </a:t>
              </a:r>
              <a:r>
                <a:rPr 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│ Use the built-in c</a:t>
              </a:r>
              <a:r>
                <a:rPr 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olor palette with green and yellow for callouts and accents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535567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OR TRANSI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/>
          <p:cNvSpPr/>
          <p:nvPr userDrawn="1"/>
        </p:nvSpPr>
        <p:spPr>
          <a:xfrm>
            <a:off x="1219939" y="-739444"/>
            <a:ext cx="9107555" cy="9034439"/>
          </a:xfrm>
          <a:prstGeom prst="ellipse">
            <a:avLst/>
          </a:prstGeom>
          <a:noFill/>
          <a:ln w="19050" cap="flat" cmpd="sng" algn="ctr">
            <a:solidFill>
              <a:srgbClr val="75D1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9" name="Oval 18"/>
          <p:cNvSpPr/>
          <p:nvPr userDrawn="1"/>
        </p:nvSpPr>
        <p:spPr>
          <a:xfrm>
            <a:off x="1219939" y="-739444"/>
            <a:ext cx="9107555" cy="9034439"/>
          </a:xfrm>
          <a:prstGeom prst="ellipse">
            <a:avLst/>
          </a:prstGeom>
          <a:noFill/>
          <a:ln w="19050" cap="flat" cmpd="sng" algn="ctr">
            <a:solidFill>
              <a:srgbClr val="75D1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" name="Oval 20"/>
          <p:cNvSpPr/>
          <p:nvPr userDrawn="1"/>
        </p:nvSpPr>
        <p:spPr>
          <a:xfrm>
            <a:off x="5907634" y="3213970"/>
            <a:ext cx="2805809" cy="2783284"/>
          </a:xfrm>
          <a:prstGeom prst="ellipse">
            <a:avLst/>
          </a:prstGeom>
          <a:noFill/>
          <a:ln w="19050" cap="flat" cmpd="sng" algn="ctr">
            <a:solidFill>
              <a:srgbClr val="75D1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2" name="Oval 21"/>
          <p:cNvSpPr/>
          <p:nvPr userDrawn="1"/>
        </p:nvSpPr>
        <p:spPr>
          <a:xfrm>
            <a:off x="5907634" y="3213970"/>
            <a:ext cx="2805809" cy="2783284"/>
          </a:xfrm>
          <a:prstGeom prst="ellipse">
            <a:avLst/>
          </a:prstGeom>
          <a:noFill/>
          <a:ln w="19050" cap="flat" cmpd="sng" algn="ctr">
            <a:solidFill>
              <a:srgbClr val="75D1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19939" y="2240230"/>
            <a:ext cx="9107555" cy="2308324"/>
          </a:xfrm>
          <a:prstGeom prst="rect">
            <a:avLst/>
          </a:prstGeom>
          <a:noFill/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8000" b="1" i="0" kern="1200" spc="-30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TextBox 7">
            <a:hlinkClick r:id="rId2"/>
            <a:extLst>
              <a:ext uri="{FF2B5EF4-FFF2-40B4-BE49-F238E27FC236}">
                <a16:creationId xmlns:a16="http://schemas.microsoft.com/office/drawing/2014/main" id="{E516C148-33F4-423B-AB9D-096AA82E12F1}"/>
              </a:ext>
            </a:extLst>
          </p:cNvPr>
          <p:cNvSpPr txBox="1"/>
          <p:nvPr userDrawn="1"/>
        </p:nvSpPr>
        <p:spPr>
          <a:xfrm>
            <a:off x="191616" y="6337795"/>
            <a:ext cx="1209664" cy="346234"/>
          </a:xfrm>
          <a:prstGeom prst="roundRect">
            <a:avLst>
              <a:gd name="adj" fmla="val 50000"/>
            </a:avLst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noProof="0" dirty="0">
                <a:solidFill>
                  <a:schemeClr val="bg2">
                    <a:lumMod val="50000"/>
                  </a:schemeClr>
                </a:solidFill>
              </a:rPr>
              <a:t>Neal Creative </a:t>
            </a:r>
            <a:r>
              <a:rPr lang="en-US" sz="900" kern="1200" noProof="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©</a:t>
            </a:r>
            <a:r>
              <a:rPr lang="en-US" sz="1000" baseline="0" noProof="0" dirty="0">
                <a:solidFill>
                  <a:schemeClr val="bg2">
                    <a:lumMod val="50000"/>
                  </a:schemeClr>
                </a:solidFill>
              </a:rPr>
              <a:t> </a:t>
            </a:r>
            <a:endParaRPr lang="en-US" sz="1000" b="1" noProof="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6202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19" grpId="0" animBg="1"/>
      <p:bldP spid="19" grpId="1" animBg="1"/>
      <p:bldP spid="21" grpId="0" animBg="1"/>
      <p:bldP spid="21" grpId="1" animBg="1"/>
      <p:bldP spid="22" grpId="0" animBg="1"/>
      <p:bldP spid="22" grpId="1" animBg="1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allout with small Non-bulle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12192000" cy="29748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69240" y="3367878"/>
            <a:ext cx="5192775" cy="1830245"/>
          </a:xfrm>
        </p:spPr>
        <p:txBody>
          <a:bodyPr wrap="square">
            <a:spAutoFit/>
          </a:bodyPr>
          <a:lstStyle>
            <a:lvl1pPr marL="0" marR="0" indent="0" algn="l" defTabSz="91436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itchFamily="2" charset="2"/>
              <a:buNone/>
              <a:tabLst/>
              <a:defRPr lang="en-US" sz="3137" kern="1200" spc="0" baseline="0" dirty="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indent="0">
              <a:buNone/>
              <a:defRPr sz="1961"/>
            </a:lvl2pPr>
            <a:lvl3pPr marL="227209" indent="0">
              <a:buNone/>
              <a:tabLst/>
              <a:defRPr sz="1961"/>
            </a:lvl3pPr>
            <a:lvl4pPr marL="451306" indent="0">
              <a:buNone/>
              <a:defRPr/>
            </a:lvl4pPr>
            <a:lvl5pPr marL="672290" indent="0">
              <a:buNone/>
              <a:tabLst/>
              <a:defRPr/>
            </a:lvl5pPr>
          </a:lstStyle>
          <a:p>
            <a:r>
              <a:rPr lang="en-US" dirty="0"/>
              <a:t>A short introduction</a:t>
            </a:r>
            <a:br>
              <a:rPr lang="en-US" dirty="0"/>
            </a:br>
            <a:r>
              <a:rPr lang="en-US" dirty="0"/>
              <a:t>to the data, revealing</a:t>
            </a:r>
            <a:br>
              <a:rPr lang="en-US" dirty="0"/>
            </a:br>
            <a:r>
              <a:rPr lang="en-US" dirty="0"/>
              <a:t>points one at a time, will enhance comprehension.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6253316" y="3503950"/>
            <a:ext cx="5671764" cy="1705723"/>
          </a:xfrm>
        </p:spPr>
        <p:txBody>
          <a:bodyPr/>
          <a:lstStyle>
            <a:lvl1pPr marL="0" indent="0" algn="l">
              <a:buNone/>
              <a:defRPr sz="1961">
                <a:latin typeface="+mn-lt"/>
              </a:defRPr>
            </a:lvl1pPr>
            <a:lvl2pPr marL="0" indent="0" algn="l">
              <a:buNone/>
              <a:defRPr sz="1765">
                <a:latin typeface="+mn-lt"/>
              </a:defRPr>
            </a:lvl2pPr>
            <a:lvl3pPr marL="0" indent="0" algn="l">
              <a:buNone/>
              <a:defRPr sz="1568">
                <a:latin typeface="+mn-lt"/>
              </a:defRPr>
            </a:lvl3pPr>
            <a:lvl4pPr marL="0" indent="0" algn="l">
              <a:buNone/>
              <a:defRPr sz="1372">
                <a:latin typeface="+mn-lt"/>
              </a:defRPr>
            </a:lvl4pPr>
            <a:lvl5pPr marL="0" indent="0" algn="l">
              <a:buNone/>
              <a:defRPr sz="1372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2974848"/>
          </a:xfrm>
          <a:blipFill>
            <a:blip r:embed="rId2"/>
            <a:srcRect/>
            <a:stretch>
              <a:fillRect t="-65721" r="-4798" b="-46455"/>
            </a:stretch>
          </a:blipFill>
        </p:spPr>
        <p:txBody>
          <a:bodyPr anchor="ctr" anchorCtr="0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Box 11">
            <a:hlinkClick r:id="rId3"/>
            <a:extLst>
              <a:ext uri="{FF2B5EF4-FFF2-40B4-BE49-F238E27FC236}">
                <a16:creationId xmlns:a16="http://schemas.microsoft.com/office/drawing/2014/main" id="{B2DA80A1-9E22-4BFF-8562-466123B36943}"/>
              </a:ext>
            </a:extLst>
          </p:cNvPr>
          <p:cNvSpPr txBox="1"/>
          <p:nvPr userDrawn="1"/>
        </p:nvSpPr>
        <p:spPr>
          <a:xfrm>
            <a:off x="9089198" y="6298102"/>
            <a:ext cx="2466220" cy="367873"/>
          </a:xfrm>
          <a:prstGeom prst="roundRect">
            <a:avLst>
              <a:gd name="adj" fmla="val 50000"/>
            </a:avLst>
          </a:prstGeom>
          <a:solidFill>
            <a:srgbClr val="004568"/>
          </a:solidFill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Neal Creative  | click &amp; </a:t>
            </a: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Learn more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4800" y="419099"/>
            <a:ext cx="8917577" cy="62592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997E989-D798-4C62-8E93-3D2D613C248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Box 12">
            <a:hlinkClick r:id="rId4"/>
            <a:extLst>
              <a:ext uri="{FF2B5EF4-FFF2-40B4-BE49-F238E27FC236}">
                <a16:creationId xmlns:a16="http://schemas.microsoft.com/office/drawing/2014/main" id="{1AF511EA-044E-4300-B921-D56138FE402E}"/>
              </a:ext>
            </a:extLst>
          </p:cNvPr>
          <p:cNvSpPr txBox="1"/>
          <p:nvPr userDrawn="1"/>
        </p:nvSpPr>
        <p:spPr>
          <a:xfrm>
            <a:off x="191616" y="6337795"/>
            <a:ext cx="1209664" cy="346234"/>
          </a:xfrm>
          <a:prstGeom prst="roundRect">
            <a:avLst>
              <a:gd name="adj" fmla="val 50000"/>
            </a:avLst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chemeClr val="bg1">
                    <a:lumMod val="75000"/>
                  </a:schemeClr>
                </a:solidFill>
              </a:rPr>
              <a:t>Neal Creative </a:t>
            </a:r>
            <a:r>
              <a:rPr lang="en-US" sz="900" kern="1200" dirty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</a:t>
            </a:r>
            <a:r>
              <a:rPr lang="en-US" sz="1000" baseline="0" dirty="0">
                <a:solidFill>
                  <a:schemeClr val="bg1">
                    <a:lumMod val="75000"/>
                  </a:schemeClr>
                </a:solidFill>
              </a:rPr>
              <a:t> </a:t>
            </a:r>
            <a:endParaRPr lang="en-US" sz="1000" b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2340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75347"/>
            <a:ext cx="11658600" cy="187076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Placeholder 3"/>
          <p:cNvSpPr>
            <a:spLocks noGrp="1"/>
          </p:cNvSpPr>
          <p:nvPr>
            <p:ph type="title"/>
          </p:nvPr>
        </p:nvSpPr>
        <p:spPr>
          <a:xfrm>
            <a:off x="304800" y="419100"/>
            <a:ext cx="11658600" cy="59093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997E989-D798-4C62-8E93-3D2D613C24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510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12" r:id="rId2"/>
    <p:sldLayoutId id="2147483672" r:id="rId3"/>
    <p:sldLayoutId id="2147483749" r:id="rId4"/>
    <p:sldLayoutId id="2147483750" r:id="rId5"/>
    <p:sldLayoutId id="2147483752" r:id="rId6"/>
    <p:sldLayoutId id="2147483674" r:id="rId7"/>
    <p:sldLayoutId id="2147483720" r:id="rId8"/>
    <p:sldLayoutId id="2147483721" r:id="rId9"/>
    <p:sldLayoutId id="2147483732" r:id="rId10"/>
    <p:sldLayoutId id="2147483730" r:id="rId11"/>
    <p:sldLayoutId id="2147483716" r:id="rId12"/>
    <p:sldLayoutId id="2147483735" r:id="rId13"/>
    <p:sldLayoutId id="2147483700" r:id="rId14"/>
    <p:sldLayoutId id="2147483734" r:id="rId15"/>
    <p:sldLayoutId id="2147483701" r:id="rId16"/>
    <p:sldLayoutId id="2147483736" r:id="rId17"/>
    <p:sldLayoutId id="2147483733" r:id="rId18"/>
    <p:sldLayoutId id="2147483741" r:id="rId19"/>
    <p:sldLayoutId id="2147483727" r:id="rId20"/>
    <p:sldLayoutId id="2147483719" r:id="rId21"/>
    <p:sldLayoutId id="2147483655" r:id="rId22"/>
    <p:sldLayoutId id="2147483748" r:id="rId23"/>
    <p:sldLayoutId id="2147483753" r:id="rId24"/>
    <p:sldLayoutId id="2147483747" r:id="rId25"/>
    <p:sldLayoutId id="2147483745" r:id="rId26"/>
    <p:sldLayoutId id="2147483737" r:id="rId2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0" i="0" kern="1200" spc="300" dirty="0">
          <a:gradFill>
            <a:gsLst>
              <a:gs pos="15000">
                <a:schemeClr val="tx1"/>
              </a:gs>
              <a:gs pos="47000">
                <a:schemeClr val="tx1"/>
              </a:gs>
            </a:gsLst>
            <a:lin ang="5400000" scaled="1"/>
          </a:gradFill>
          <a:latin typeface="Segoe UI Semibold" panose="020B0702040204020203" pitchFamily="34" charset="0"/>
          <a:ea typeface="+mn-ea"/>
          <a:cs typeface="Segoe UI Semibold" panose="020B0702040204020203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b="1" kern="1200">
          <a:gradFill>
            <a:gsLst>
              <a:gs pos="15000">
                <a:schemeClr val="tx1"/>
              </a:gs>
              <a:gs pos="47000">
                <a:schemeClr val="tx1"/>
              </a:gs>
            </a:gsLst>
            <a:lin ang="5400000" scaled="1"/>
          </a:gra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0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192" userDrawn="1">
          <p15:clr>
            <a:srgbClr val="F26B43"/>
          </p15:clr>
        </p15:guide>
        <p15:guide id="4" pos="7536" userDrawn="1">
          <p15:clr>
            <a:srgbClr val="F26B43"/>
          </p15:clr>
        </p15:guide>
        <p15:guide id="5" orient="horz" pos="264" userDrawn="1">
          <p15:clr>
            <a:srgbClr val="F26B43"/>
          </p15:clr>
        </p15:guide>
        <p15:guide id="6" orient="horz" pos="792" userDrawn="1">
          <p15:clr>
            <a:srgbClr val="F26B43"/>
          </p15:clr>
        </p15:guide>
        <p15:guide id="7" orient="horz" pos="420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Placeholder 30"/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1219939" y="-739444"/>
            <a:ext cx="9107555" cy="9034439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5" name="Oval 14"/>
          <p:cNvSpPr/>
          <p:nvPr/>
        </p:nvSpPr>
        <p:spPr>
          <a:xfrm>
            <a:off x="1219939" y="-739444"/>
            <a:ext cx="9107555" cy="9034439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219939" y="-739444"/>
            <a:ext cx="9107555" cy="9034439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" name="Oval 9"/>
          <p:cNvSpPr/>
          <p:nvPr/>
        </p:nvSpPr>
        <p:spPr>
          <a:xfrm>
            <a:off x="5907634" y="3213970"/>
            <a:ext cx="2805809" cy="278328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1" name="Oval 10"/>
          <p:cNvSpPr/>
          <p:nvPr/>
        </p:nvSpPr>
        <p:spPr>
          <a:xfrm>
            <a:off x="5907634" y="3213970"/>
            <a:ext cx="2805809" cy="278328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907634" y="3213970"/>
            <a:ext cx="2805809" cy="2783284"/>
          </a:xfrm>
          <a:prstGeom prst="ellipse">
            <a:avLst/>
          </a:prstGeom>
          <a:noFill/>
          <a:ln w="19050" cmpd="thinThick">
            <a:solidFill>
              <a:schemeClr val="accent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6" name="Rectangle 45"/>
          <p:cNvSpPr/>
          <p:nvPr/>
        </p:nvSpPr>
        <p:spPr>
          <a:xfrm flipH="1">
            <a:off x="7911255" y="4253573"/>
            <a:ext cx="2995659" cy="70407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90000"/>
              </a:lnSpc>
            </a:pPr>
            <a:r>
              <a:rPr lang="en-US" sz="2800" dirty="0">
                <a:gradFill>
                  <a:gsLst>
                    <a:gs pos="0">
                      <a:srgbClr val="75D1FF">
                        <a:lumMod val="5000"/>
                        <a:lumOff val="95000"/>
                      </a:srgbClr>
                    </a:gs>
                    <a:gs pos="100000">
                      <a:srgbClr val="FFFFFF"/>
                    </a:gs>
                  </a:gsLst>
                  <a:lin ang="5400000" scaled="1"/>
                </a:gradFill>
              </a:rPr>
              <a:t>EDA and </a:t>
            </a:r>
            <a:r>
              <a:rPr lang="en-US" sz="2800" dirty="0" err="1">
                <a:gradFill>
                  <a:gsLst>
                    <a:gs pos="0">
                      <a:srgbClr val="75D1FF">
                        <a:lumMod val="5000"/>
                        <a:lumOff val="95000"/>
                      </a:srgbClr>
                    </a:gs>
                    <a:gs pos="100000">
                      <a:srgbClr val="FFFFFF"/>
                    </a:gs>
                  </a:gsLst>
                  <a:lin ang="5400000" scaled="1"/>
                </a:gradFill>
              </a:rPr>
              <a:t>vizualizaions</a:t>
            </a:r>
            <a:endParaRPr lang="en-US" sz="2800" dirty="0">
              <a:gradFill>
                <a:gsLst>
                  <a:gs pos="0">
                    <a:srgbClr val="75D1FF">
                      <a:lumMod val="5000"/>
                      <a:lumOff val="95000"/>
                    </a:srgbClr>
                  </a:gs>
                  <a:gs pos="100000">
                    <a:srgbClr val="FFFFFF"/>
                  </a:gs>
                </a:gsLst>
                <a:lin ang="5400000" scaled="1"/>
              </a:gradFill>
            </a:endParaRPr>
          </a:p>
        </p:txBody>
      </p:sp>
      <p:sp>
        <p:nvSpPr>
          <p:cNvPr id="9" name="Title 6"/>
          <p:cNvSpPr txBox="1">
            <a:spLocks/>
          </p:cNvSpPr>
          <p:nvPr/>
        </p:nvSpPr>
        <p:spPr>
          <a:xfrm>
            <a:off x="1679957" y="3280601"/>
            <a:ext cx="5909265" cy="874205"/>
          </a:xfrm>
          <a:prstGeom prst="rect">
            <a:avLst/>
          </a:prstGeom>
        </p:spPr>
        <p:txBody>
          <a:bodyPr vert="horz" lIns="91440" tIns="0" rIns="91440" bIns="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i="0" kern="1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 sz="8800" spc="-300" dirty="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atin typeface="+mn-lt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687847" y="2461199"/>
            <a:ext cx="8804365" cy="840230"/>
          </a:xfrm>
        </p:spPr>
        <p:txBody>
          <a:bodyPr/>
          <a:lstStyle/>
          <a:p>
            <a:r>
              <a:rPr lang="en-US" sz="5400" dirty="0"/>
              <a:t>Credit Card Clustering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1396266" y="3162946"/>
            <a:ext cx="9461500" cy="1311128"/>
          </a:xfrm>
        </p:spPr>
        <p:txBody>
          <a:bodyPr/>
          <a:lstStyle/>
          <a:p>
            <a:r>
              <a:rPr lang="en-US" dirty="0"/>
              <a:t>PRESENTATIONS</a:t>
            </a:r>
            <a:r>
              <a:rPr lang="en-US" sz="8800" spc="-300" dirty="0"/>
              <a:t>!</a:t>
            </a:r>
            <a:r>
              <a:rPr lang="en-US" dirty="0"/>
              <a:t> </a:t>
            </a:r>
          </a:p>
        </p:txBody>
      </p:sp>
      <p:sp>
        <p:nvSpPr>
          <p:cNvPr id="19" name="Freeform: Shape 18"/>
          <p:cNvSpPr/>
          <p:nvPr/>
        </p:nvSpPr>
        <p:spPr>
          <a:xfrm>
            <a:off x="7066536" y="4361548"/>
            <a:ext cx="488128" cy="488128"/>
          </a:xfrm>
          <a:custGeom>
            <a:avLst/>
            <a:gdLst>
              <a:gd name="connsiteX0" fmla="*/ 244064 w 488128"/>
              <a:gd name="connsiteY0" fmla="*/ 0 h 488128"/>
              <a:gd name="connsiteX1" fmla="*/ 488128 w 488128"/>
              <a:gd name="connsiteY1" fmla="*/ 244064 h 488128"/>
              <a:gd name="connsiteX2" fmla="*/ 244064 w 488128"/>
              <a:gd name="connsiteY2" fmla="*/ 488128 h 488128"/>
              <a:gd name="connsiteX3" fmla="*/ 0 w 488128"/>
              <a:gd name="connsiteY3" fmla="*/ 244064 h 488128"/>
              <a:gd name="connsiteX4" fmla="*/ 244064 w 488128"/>
              <a:gd name="connsiteY4" fmla="*/ 0 h 488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8128" h="488128">
                <a:moveTo>
                  <a:pt x="244064" y="0"/>
                </a:moveTo>
                <a:cubicBezTo>
                  <a:pt x="378857" y="0"/>
                  <a:pt x="488128" y="109271"/>
                  <a:pt x="488128" y="244064"/>
                </a:cubicBezTo>
                <a:cubicBezTo>
                  <a:pt x="488128" y="378857"/>
                  <a:pt x="378857" y="488128"/>
                  <a:pt x="244064" y="488128"/>
                </a:cubicBezTo>
                <a:cubicBezTo>
                  <a:pt x="109271" y="488128"/>
                  <a:pt x="0" y="378857"/>
                  <a:pt x="0" y="244064"/>
                </a:cubicBezTo>
                <a:cubicBezTo>
                  <a:pt x="0" y="109271"/>
                  <a:pt x="109271" y="0"/>
                  <a:pt x="24406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1514C-5E56-4738-A1FF-4B1CFD2A3E36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25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25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250"/>
                            </p:stCondLst>
                            <p:childTnLst>
                              <p:par>
                                <p:cTn id="57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6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46" grpId="0" animBg="1"/>
      <p:bldP spid="1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5C7E8-586B-4E47-91C9-9B6EB5349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48777" y="3060987"/>
            <a:ext cx="5208335" cy="677108"/>
          </a:xfrm>
        </p:spPr>
        <p:txBody>
          <a:bodyPr/>
          <a:lstStyle/>
          <a:p>
            <a:r>
              <a:rPr lang="en-US" dirty="0"/>
              <a:t>1-EDA</a:t>
            </a:r>
          </a:p>
        </p:txBody>
      </p:sp>
    </p:spTree>
    <p:extLst>
      <p:ext uri="{BB962C8B-B14F-4D97-AF65-F5344CB8AC3E}">
        <p14:creationId xmlns:p14="http://schemas.microsoft.com/office/powerpoint/2010/main" val="39694289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11760200" y="6465888"/>
            <a:ext cx="431800" cy="365125"/>
          </a:xfrm>
          <a:prstGeom prst="rect">
            <a:avLst/>
          </a:prstGeom>
        </p:spPr>
        <p:txBody>
          <a:bodyPr/>
          <a:lstStyle/>
          <a:p>
            <a:fld id="{5AE1514C-5E56-4738-A1FF-4B1CFD2A3E36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112688" y="243410"/>
            <a:ext cx="670312" cy="580653"/>
          </a:xfrm>
          <a:custGeom>
            <a:avLst/>
            <a:gdLst>
              <a:gd name="connsiteX0" fmla="*/ 603423 w 670312"/>
              <a:gd name="connsiteY0" fmla="*/ 0 h 580653"/>
              <a:gd name="connsiteX1" fmla="*/ 670312 w 670312"/>
              <a:gd name="connsiteY1" fmla="*/ 126662 h 580653"/>
              <a:gd name="connsiteX2" fmla="*/ 557170 w 670312"/>
              <a:gd name="connsiteY2" fmla="*/ 203157 h 580653"/>
              <a:gd name="connsiteX3" fmla="*/ 522302 w 670312"/>
              <a:gd name="connsiteY3" fmla="*/ 293172 h 580653"/>
              <a:gd name="connsiteX4" fmla="*/ 670312 w 670312"/>
              <a:gd name="connsiteY4" fmla="*/ 293172 h 580653"/>
              <a:gd name="connsiteX5" fmla="*/ 670312 w 670312"/>
              <a:gd name="connsiteY5" fmla="*/ 580653 h 580653"/>
              <a:gd name="connsiteX6" fmla="*/ 360772 w 670312"/>
              <a:gd name="connsiteY6" fmla="*/ 580653 h 580653"/>
              <a:gd name="connsiteX7" fmla="*/ 360772 w 670312"/>
              <a:gd name="connsiteY7" fmla="*/ 342272 h 580653"/>
              <a:gd name="connsiteX8" fmla="*/ 415564 w 670312"/>
              <a:gd name="connsiteY8" fmla="*/ 134489 h 580653"/>
              <a:gd name="connsiteX9" fmla="*/ 603423 w 670312"/>
              <a:gd name="connsiteY9" fmla="*/ 0 h 580653"/>
              <a:gd name="connsiteX10" fmla="*/ 242650 w 670312"/>
              <a:gd name="connsiteY10" fmla="*/ 0 h 580653"/>
              <a:gd name="connsiteX11" fmla="*/ 309539 w 670312"/>
              <a:gd name="connsiteY11" fmla="*/ 126662 h 580653"/>
              <a:gd name="connsiteX12" fmla="*/ 196397 w 670312"/>
              <a:gd name="connsiteY12" fmla="*/ 203157 h 580653"/>
              <a:gd name="connsiteX13" fmla="*/ 161530 w 670312"/>
              <a:gd name="connsiteY13" fmla="*/ 293172 h 580653"/>
              <a:gd name="connsiteX14" fmla="*/ 309539 w 670312"/>
              <a:gd name="connsiteY14" fmla="*/ 293172 h 580653"/>
              <a:gd name="connsiteX15" fmla="*/ 309539 w 670312"/>
              <a:gd name="connsiteY15" fmla="*/ 580653 h 580653"/>
              <a:gd name="connsiteX16" fmla="*/ 0 w 670312"/>
              <a:gd name="connsiteY16" fmla="*/ 580653 h 580653"/>
              <a:gd name="connsiteX17" fmla="*/ 0 w 670312"/>
              <a:gd name="connsiteY17" fmla="*/ 342272 h 580653"/>
              <a:gd name="connsiteX18" fmla="*/ 54792 w 670312"/>
              <a:gd name="connsiteY18" fmla="*/ 134489 h 580653"/>
              <a:gd name="connsiteX19" fmla="*/ 242650 w 670312"/>
              <a:gd name="connsiteY19" fmla="*/ 0 h 580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70312" h="580653">
                <a:moveTo>
                  <a:pt x="603423" y="0"/>
                </a:moveTo>
                <a:lnTo>
                  <a:pt x="670312" y="126662"/>
                </a:lnTo>
                <a:cubicBezTo>
                  <a:pt x="615757" y="152279"/>
                  <a:pt x="578043" y="177777"/>
                  <a:pt x="557170" y="203157"/>
                </a:cubicBezTo>
                <a:cubicBezTo>
                  <a:pt x="536297" y="228537"/>
                  <a:pt x="524674" y="258542"/>
                  <a:pt x="522302" y="293172"/>
                </a:cubicBezTo>
                <a:lnTo>
                  <a:pt x="670312" y="293172"/>
                </a:lnTo>
                <a:lnTo>
                  <a:pt x="670312" y="580653"/>
                </a:lnTo>
                <a:lnTo>
                  <a:pt x="360772" y="580653"/>
                </a:lnTo>
                <a:lnTo>
                  <a:pt x="360772" y="342272"/>
                </a:lnTo>
                <a:cubicBezTo>
                  <a:pt x="360772" y="254510"/>
                  <a:pt x="379036" y="185249"/>
                  <a:pt x="415564" y="134489"/>
                </a:cubicBezTo>
                <a:cubicBezTo>
                  <a:pt x="452092" y="83729"/>
                  <a:pt x="514712" y="38900"/>
                  <a:pt x="603423" y="0"/>
                </a:cubicBezTo>
                <a:close/>
                <a:moveTo>
                  <a:pt x="242650" y="0"/>
                </a:moveTo>
                <a:lnTo>
                  <a:pt x="309539" y="126662"/>
                </a:lnTo>
                <a:cubicBezTo>
                  <a:pt x="254985" y="152279"/>
                  <a:pt x="217271" y="177777"/>
                  <a:pt x="196397" y="203157"/>
                </a:cubicBezTo>
                <a:cubicBezTo>
                  <a:pt x="175524" y="228537"/>
                  <a:pt x="163902" y="258542"/>
                  <a:pt x="161530" y="293172"/>
                </a:cubicBezTo>
                <a:lnTo>
                  <a:pt x="309539" y="293172"/>
                </a:lnTo>
                <a:lnTo>
                  <a:pt x="309539" y="580653"/>
                </a:lnTo>
                <a:lnTo>
                  <a:pt x="0" y="580653"/>
                </a:lnTo>
                <a:lnTo>
                  <a:pt x="0" y="342272"/>
                </a:lnTo>
                <a:cubicBezTo>
                  <a:pt x="0" y="254510"/>
                  <a:pt x="18264" y="185249"/>
                  <a:pt x="54792" y="134489"/>
                </a:cubicBezTo>
                <a:cubicBezTo>
                  <a:pt x="91320" y="83729"/>
                  <a:pt x="153940" y="38900"/>
                  <a:pt x="24265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2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8F5AF21-1767-4086-B80B-E7FB161CCF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377" y="639397"/>
            <a:ext cx="4639236" cy="646331"/>
          </a:xfrm>
        </p:spPr>
        <p:txBody>
          <a:bodyPr/>
          <a:lstStyle/>
          <a:p>
            <a:pPr algn="l"/>
            <a:r>
              <a:rPr lang="en-US" dirty="0"/>
              <a:t>Let’s Get some information about the data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82CC5FD-6C76-4154-9219-59F0D358C0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214" y="1615485"/>
            <a:ext cx="8695561" cy="4687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1056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7FB18B-19BF-47C9-81E2-600D7B3486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65658" y="2868701"/>
            <a:ext cx="5096624" cy="1006429"/>
          </a:xfrm>
        </p:spPr>
        <p:txBody>
          <a:bodyPr/>
          <a:lstStyle/>
          <a:p>
            <a:r>
              <a:rPr lang="en-US" dirty="0"/>
              <a:t>There’s no duplicated data and few missing values in “Minimum payments column”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D4B3B1-2A82-4B18-8CC4-C55E8A47C6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E1514C-5E56-4738-A1FF-4B1CFD2A3E3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89432A4-8314-4D58-BDDD-9512E908F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737" y="53340"/>
            <a:ext cx="4083304" cy="1800493"/>
          </a:xfrm>
        </p:spPr>
        <p:txBody>
          <a:bodyPr/>
          <a:lstStyle/>
          <a:p>
            <a:r>
              <a:rPr lang="en-US" sz="3200" dirty="0"/>
              <a:t>Checking Missing values and duplicates</a:t>
            </a:r>
            <a:br>
              <a:rPr lang="en-US" sz="3200" dirty="0"/>
            </a:b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BABEC54-A7D1-405A-ADF2-CF10CEE9166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5559" y="1234441"/>
            <a:ext cx="5096624" cy="4968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420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D4B3B1-2A82-4B18-8CC4-C55E8A47C6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E1514C-5E56-4738-A1FF-4B1CFD2A3E36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89432A4-8314-4D58-BDDD-9512E908F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97" y="0"/>
            <a:ext cx="4083304" cy="1357295"/>
          </a:xfrm>
        </p:spPr>
        <p:txBody>
          <a:bodyPr/>
          <a:lstStyle/>
          <a:p>
            <a:r>
              <a:rPr lang="en-US" sz="3200" dirty="0"/>
              <a:t>Checking outliers</a:t>
            </a:r>
            <a:br>
              <a:rPr lang="en-US" sz="3200" dirty="0"/>
            </a:b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7BBB575-4EAE-43CE-90AE-57206E0BC6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852" y="2456919"/>
            <a:ext cx="9966959" cy="4401081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6479889-C1B4-42F0-BEE7-BA2CC11CE9DF}"/>
              </a:ext>
            </a:extLst>
          </p:cNvPr>
          <p:cNvSpPr txBox="1">
            <a:spLocks/>
          </p:cNvSpPr>
          <p:nvPr/>
        </p:nvSpPr>
        <p:spPr>
          <a:xfrm>
            <a:off x="4527272" y="1791239"/>
            <a:ext cx="5096624" cy="3970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1" kern="1200">
                <a:gradFill>
                  <a:gsLst>
                    <a:gs pos="15000">
                      <a:schemeClr val="tx1"/>
                    </a:gs>
                    <a:gs pos="47000">
                      <a:schemeClr val="tx1"/>
                    </a:gs>
                  </a:gsLst>
                  <a:lin ang="5400000" scaled="1"/>
                </a:gra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765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1568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372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372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Almost all columns have outliers</a:t>
            </a:r>
          </a:p>
        </p:txBody>
      </p:sp>
    </p:spTree>
    <p:extLst>
      <p:ext uri="{BB962C8B-B14F-4D97-AF65-F5344CB8AC3E}">
        <p14:creationId xmlns:p14="http://schemas.microsoft.com/office/powerpoint/2010/main" val="1884966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61C8237-5734-4117-8C97-7B7351FD83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09697" y="328565"/>
            <a:ext cx="5447487" cy="590931"/>
          </a:xfrm>
        </p:spPr>
        <p:txBody>
          <a:bodyPr/>
          <a:lstStyle/>
          <a:p>
            <a:r>
              <a:rPr lang="en-US" dirty="0"/>
              <a:t>What about null values?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A09E32-51FF-4E94-B271-63EC21F9A7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10" y="2185716"/>
            <a:ext cx="3559352" cy="31397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6AC513-54BA-4B8A-BB4D-E2E69F0F35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2791" y="2237822"/>
            <a:ext cx="5585944" cy="6706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6293407-2AD0-4023-AC4D-90EC2122B166}"/>
              </a:ext>
            </a:extLst>
          </p:cNvPr>
          <p:cNvSpPr txBox="1"/>
          <p:nvPr/>
        </p:nvSpPr>
        <p:spPr>
          <a:xfrm>
            <a:off x="4142791" y="4226767"/>
            <a:ext cx="62328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Almost all The values of “Payments” columns = 0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so can replace all this null values in “Minimum Payments“ column with zero.</a:t>
            </a:r>
          </a:p>
        </p:txBody>
      </p:sp>
    </p:spTree>
    <p:extLst>
      <p:ext uri="{BB962C8B-B14F-4D97-AF65-F5344CB8AC3E}">
        <p14:creationId xmlns:p14="http://schemas.microsoft.com/office/powerpoint/2010/main" val="2708339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C1469-0D02-4A46-AEF5-4563C2F5E7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48777" y="2768599"/>
            <a:ext cx="5208335" cy="1261884"/>
          </a:xfrm>
        </p:spPr>
        <p:txBody>
          <a:bodyPr/>
          <a:lstStyle/>
          <a:p>
            <a:r>
              <a:rPr lang="en-US" dirty="0"/>
              <a:t>2-PREPROCESSING	</a:t>
            </a:r>
          </a:p>
        </p:txBody>
      </p:sp>
    </p:spTree>
    <p:extLst>
      <p:ext uri="{BB962C8B-B14F-4D97-AF65-F5344CB8AC3E}">
        <p14:creationId xmlns:p14="http://schemas.microsoft.com/office/powerpoint/2010/main" val="23716673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475B9D-DE22-4CCF-8CEC-3F9334FE3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8447" y="-62753"/>
            <a:ext cx="7041089" cy="1357295"/>
          </a:xfrm>
        </p:spPr>
        <p:txBody>
          <a:bodyPr/>
          <a:lstStyle/>
          <a:p>
            <a:r>
              <a:rPr lang="en-US" dirty="0"/>
              <a:t>2.1- handling missing values and outliers we Tried 2 methods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8FB468E-6511-4E93-A9B5-1DD79EE74A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959" y="2552916"/>
            <a:ext cx="4046571" cy="356646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CD1CF9F-2E37-4E65-B0EE-37272947669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7254" y="2549730"/>
            <a:ext cx="3699686" cy="3572839"/>
          </a:xfrm>
          <a:prstGeom prst="rect">
            <a:avLst/>
          </a:prstGeom>
        </p:spPr>
      </p:pic>
      <p:sp>
        <p:nvSpPr>
          <p:cNvPr id="15" name="Title 3">
            <a:extLst>
              <a:ext uri="{FF2B5EF4-FFF2-40B4-BE49-F238E27FC236}">
                <a16:creationId xmlns:a16="http://schemas.microsoft.com/office/drawing/2014/main" id="{F536CCDA-6EC6-49A6-B04C-7DE1B93FD528}"/>
              </a:ext>
            </a:extLst>
          </p:cNvPr>
          <p:cNvSpPr txBox="1">
            <a:spLocks/>
          </p:cNvSpPr>
          <p:nvPr/>
        </p:nvSpPr>
        <p:spPr>
          <a:xfrm>
            <a:off x="591671" y="1438981"/>
            <a:ext cx="3541059" cy="969496"/>
          </a:xfrm>
          <a:prstGeom prst="rect">
            <a:avLst/>
          </a:prstGeom>
        </p:spPr>
        <p:txBody>
          <a:bodyPr vert="horz" wrap="square" lIns="146304" tIns="420624" rIns="146304" bIns="4572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0" i="0" kern="1200" spc="60" baseline="0" dirty="0">
                <a:solidFill>
                  <a:schemeClr val="bg1"/>
                </a:solidFill>
                <a:latin typeface="+mj-lt"/>
                <a:ea typeface="+mn-ea"/>
                <a:cs typeface="Segoe UI Semilight" panose="020B0402040204020203" pitchFamily="34" charset="0"/>
              </a:defRPr>
            </a:lvl1pPr>
          </a:lstStyle>
          <a:p>
            <a:pPr algn="l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1- replace Nan with Zeros</a:t>
            </a:r>
          </a:p>
          <a:p>
            <a:pPr algn="l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(Way 1)</a:t>
            </a:r>
          </a:p>
        </p:txBody>
      </p:sp>
      <p:sp>
        <p:nvSpPr>
          <p:cNvPr id="17" name="Title 3">
            <a:extLst>
              <a:ext uri="{FF2B5EF4-FFF2-40B4-BE49-F238E27FC236}">
                <a16:creationId xmlns:a16="http://schemas.microsoft.com/office/drawing/2014/main" id="{B5C70BAF-2DAD-48D8-90B8-F49E9E44056A}"/>
              </a:ext>
            </a:extLst>
          </p:cNvPr>
          <p:cNvSpPr txBox="1">
            <a:spLocks/>
          </p:cNvSpPr>
          <p:nvPr/>
        </p:nvSpPr>
        <p:spPr>
          <a:xfrm>
            <a:off x="7478358" y="1189682"/>
            <a:ext cx="4652682" cy="1218795"/>
          </a:xfrm>
          <a:prstGeom prst="rect">
            <a:avLst/>
          </a:prstGeom>
        </p:spPr>
        <p:txBody>
          <a:bodyPr vert="horz" wrap="square" lIns="146304" tIns="420624" rIns="146304" bIns="4572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0" i="0" kern="1200" spc="60" baseline="0" dirty="0">
                <a:solidFill>
                  <a:schemeClr val="bg1"/>
                </a:solidFill>
                <a:latin typeface="+mj-lt"/>
                <a:ea typeface="+mn-ea"/>
                <a:cs typeface="Segoe UI Semilight" panose="020B0402040204020203" pitchFamily="34" charset="0"/>
              </a:defRPr>
            </a:lvl1pPr>
          </a:lstStyle>
          <a:p>
            <a:pPr algn="l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2- transform all outliers to nans and impute them using KNN  imputer</a:t>
            </a:r>
          </a:p>
          <a:p>
            <a:pPr algn="l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(Way 2)</a:t>
            </a:r>
          </a:p>
        </p:txBody>
      </p:sp>
    </p:spTree>
    <p:extLst>
      <p:ext uri="{BB962C8B-B14F-4D97-AF65-F5344CB8AC3E}">
        <p14:creationId xmlns:p14="http://schemas.microsoft.com/office/powerpoint/2010/main" val="1623954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6016DD-627D-4F73-A7B6-69F7C6C46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1514C-5E56-4738-A1FF-4B1CFD2A3E36}" type="slidenum">
              <a:rPr lang="en-US" smtClean="0"/>
              <a:t>9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7C43235-9666-4635-B2E6-FA31BED9A79F}"/>
              </a:ext>
            </a:extLst>
          </p:cNvPr>
          <p:cNvSpPr txBox="1">
            <a:spLocks/>
          </p:cNvSpPr>
          <p:nvPr/>
        </p:nvSpPr>
        <p:spPr>
          <a:xfrm>
            <a:off x="3612665" y="166497"/>
            <a:ext cx="6427695" cy="7611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i="0" kern="1200" spc="300" dirty="0">
                <a:gradFill>
                  <a:gsLst>
                    <a:gs pos="15000">
                      <a:schemeClr val="tx1"/>
                    </a:gs>
                    <a:gs pos="47000">
                      <a:schemeClr val="tx1"/>
                    </a:gs>
                  </a:gsLst>
                  <a:lin ang="5400000" scaled="1"/>
                </a:gra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</a:lstStyle>
          <a:p>
            <a:r>
              <a:rPr lang="pt-BR" sz="2400" b="1" i="1" dirty="0">
                <a:cs typeface="Arial" panose="020B0604020202020204" pitchFamily="34" charset="0"/>
              </a:rPr>
              <a:t>2.2- ScalingThe data</a:t>
            </a:r>
          </a:p>
          <a:p>
            <a:endParaRPr lang="pt-BR" sz="2400" b="1" i="1" dirty="0">
              <a:cs typeface="Arial" panose="020B0604020202020204" pitchFamily="34" charset="0"/>
            </a:endParaRPr>
          </a:p>
          <a:p>
            <a:r>
              <a:rPr lang="pt-BR" sz="2400" dirty="0">
                <a:solidFill>
                  <a:schemeClr val="bg2"/>
                </a:solidFill>
                <a:cs typeface="Arial" panose="020B0604020202020204" pitchFamily="34" charset="0"/>
              </a:rPr>
              <a:t>Distribution of the data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4C3E2B-A49D-4E28-9524-9D9C55A63998}"/>
              </a:ext>
            </a:extLst>
          </p:cNvPr>
          <p:cNvSpPr txBox="1"/>
          <p:nvPr/>
        </p:nvSpPr>
        <p:spPr>
          <a:xfrm>
            <a:off x="1354402" y="1511375"/>
            <a:ext cx="3347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way 1 Fill by 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D27882-F422-4A46-A667-561704D112A2}"/>
              </a:ext>
            </a:extLst>
          </p:cNvPr>
          <p:cNvSpPr txBox="1"/>
          <p:nvPr/>
        </p:nvSpPr>
        <p:spPr>
          <a:xfrm>
            <a:off x="7787951" y="1604682"/>
            <a:ext cx="26156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After way 2 imputer: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DD766C-20CB-4F5D-A1C1-9F76FEC8942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38" y="1927543"/>
            <a:ext cx="5217400" cy="36568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73C31F-2989-4F8F-84B9-11DB3762AE0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2220" y="2017642"/>
            <a:ext cx="5499383" cy="34766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AB55366-449A-43A6-A46C-D802B4AB7786}"/>
              </a:ext>
            </a:extLst>
          </p:cNvPr>
          <p:cNvSpPr txBox="1"/>
          <p:nvPr/>
        </p:nvSpPr>
        <p:spPr>
          <a:xfrm>
            <a:off x="4829626" y="5990618"/>
            <a:ext cx="31293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Most of Data right Skewed</a:t>
            </a:r>
          </a:p>
        </p:txBody>
      </p:sp>
    </p:spTree>
    <p:extLst>
      <p:ext uri="{BB962C8B-B14F-4D97-AF65-F5344CB8AC3E}">
        <p14:creationId xmlns:p14="http://schemas.microsoft.com/office/powerpoint/2010/main" val="3676540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0033-742D-4C5B-BD6B-FED2CA803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939" y="2240230"/>
            <a:ext cx="9107555" cy="2308324"/>
          </a:xfrm>
        </p:spPr>
        <p:txBody>
          <a:bodyPr/>
          <a:lstStyle/>
          <a:p>
            <a:r>
              <a:rPr lang="en-US" dirty="0"/>
              <a:t>2.2.1 Scaling using Standard scaler</a:t>
            </a:r>
          </a:p>
        </p:txBody>
      </p:sp>
    </p:spTree>
    <p:extLst>
      <p:ext uri="{BB962C8B-B14F-4D97-AF65-F5344CB8AC3E}">
        <p14:creationId xmlns:p14="http://schemas.microsoft.com/office/powerpoint/2010/main" val="27352076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ED976D-5FC9-4D1D-8336-1EED9A00DB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E1514C-5E56-4738-A1FF-4B1CFD2A3E36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266F7E7-8F05-4FAB-B0FC-C67D7ABF8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244" y="0"/>
            <a:ext cx="4083304" cy="1357295"/>
          </a:xfrm>
        </p:spPr>
        <p:txBody>
          <a:bodyPr/>
          <a:lstStyle/>
          <a:p>
            <a:r>
              <a:rPr lang="en-US" dirty="0"/>
              <a:t>2.2.1-Distribution of The Data with STD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9638EA-B08F-4618-9E40-FB193B7DBE6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76" y="2683336"/>
            <a:ext cx="4973288" cy="348964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469CF4D-50A9-4D27-91B0-32A09103631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0112" y="2687216"/>
            <a:ext cx="4973288" cy="348964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F1B775E-DE20-4199-845F-09114E8BF15F}"/>
              </a:ext>
            </a:extLst>
          </p:cNvPr>
          <p:cNvSpPr txBox="1"/>
          <p:nvPr/>
        </p:nvSpPr>
        <p:spPr>
          <a:xfrm>
            <a:off x="7013511" y="2215167"/>
            <a:ext cx="5178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way2 of handling Nan values and STD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EF9340-179B-40D6-A31C-9BDD2B58B64E}"/>
              </a:ext>
            </a:extLst>
          </p:cNvPr>
          <p:cNvSpPr txBox="1"/>
          <p:nvPr/>
        </p:nvSpPr>
        <p:spPr>
          <a:xfrm>
            <a:off x="482860" y="2314004"/>
            <a:ext cx="61348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After way1 of handling Nan values and STD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136CD6-83F8-458A-A217-BB101F8E22C4}"/>
              </a:ext>
            </a:extLst>
          </p:cNvPr>
          <p:cNvSpPr txBox="1"/>
          <p:nvPr/>
        </p:nvSpPr>
        <p:spPr>
          <a:xfrm>
            <a:off x="482860" y="6286117"/>
            <a:ext cx="5068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data is almost still right skewed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6E9FFF-49C6-4BF3-81F0-2B0D0CBD3535}"/>
              </a:ext>
            </a:extLst>
          </p:cNvPr>
          <p:cNvSpPr txBox="1"/>
          <p:nvPr/>
        </p:nvSpPr>
        <p:spPr>
          <a:xfrm>
            <a:off x="7256884" y="6176865"/>
            <a:ext cx="45743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Still little skewed but better</a:t>
            </a:r>
          </a:p>
        </p:txBody>
      </p:sp>
    </p:spTree>
    <p:extLst>
      <p:ext uri="{BB962C8B-B14F-4D97-AF65-F5344CB8AC3E}">
        <p14:creationId xmlns:p14="http://schemas.microsoft.com/office/powerpoint/2010/main" val="517237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0033-742D-4C5B-BD6B-FED2CA803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939" y="2240230"/>
            <a:ext cx="9107555" cy="2308324"/>
          </a:xfrm>
        </p:spPr>
        <p:txBody>
          <a:bodyPr/>
          <a:lstStyle/>
          <a:p>
            <a:r>
              <a:rPr lang="en-US" dirty="0"/>
              <a:t>2.3 Dimensionally reduction </a:t>
            </a:r>
          </a:p>
        </p:txBody>
      </p:sp>
    </p:spTree>
    <p:extLst>
      <p:ext uri="{BB962C8B-B14F-4D97-AF65-F5344CB8AC3E}">
        <p14:creationId xmlns:p14="http://schemas.microsoft.com/office/powerpoint/2010/main" val="36696796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B2FB2A5-5BC6-4910-947A-61423309DA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65561" y="284471"/>
            <a:ext cx="4731591" cy="1089529"/>
          </a:xfrm>
        </p:spPr>
        <p:txBody>
          <a:bodyPr/>
          <a:lstStyle/>
          <a:p>
            <a:r>
              <a:rPr lang="en-US" b="1" dirty="0"/>
              <a:t>PCA vs Kernel-PCA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5B6977-19C3-4757-871A-1F4AE22F603A}"/>
              </a:ext>
            </a:extLst>
          </p:cNvPr>
          <p:cNvSpPr txBox="1"/>
          <p:nvPr/>
        </p:nvSpPr>
        <p:spPr>
          <a:xfrm>
            <a:off x="2106706" y="1997351"/>
            <a:ext cx="1550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With way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767CBE-B1C4-4B62-8B6A-5D7A175C4372}"/>
              </a:ext>
            </a:extLst>
          </p:cNvPr>
          <p:cNvSpPr txBox="1"/>
          <p:nvPr/>
        </p:nvSpPr>
        <p:spPr>
          <a:xfrm>
            <a:off x="7705164" y="1998240"/>
            <a:ext cx="1783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With way 2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3BF889-F0D1-4A6C-8E84-EB25CBF86D0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937" y="2777674"/>
            <a:ext cx="5021611" cy="32986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7CA1BDF-5777-44F8-AB56-DE8D7ADF6C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5270" y="2650784"/>
            <a:ext cx="4901492" cy="34255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C0A1C30-BE61-4BF7-8C88-EDF7321939F7}"/>
              </a:ext>
            </a:extLst>
          </p:cNvPr>
          <p:cNvSpPr txBox="1"/>
          <p:nvPr/>
        </p:nvSpPr>
        <p:spPr>
          <a:xfrm>
            <a:off x="3989294" y="630261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PCA and PCA looks good so will try both</a:t>
            </a:r>
          </a:p>
        </p:txBody>
      </p:sp>
    </p:spTree>
    <p:extLst>
      <p:ext uri="{BB962C8B-B14F-4D97-AF65-F5344CB8AC3E}">
        <p14:creationId xmlns:p14="http://schemas.microsoft.com/office/powerpoint/2010/main" val="1527037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C1469-0D02-4A46-AEF5-4563C2F5E7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48777" y="3060987"/>
            <a:ext cx="5208335" cy="677108"/>
          </a:xfrm>
        </p:spPr>
        <p:txBody>
          <a:bodyPr/>
          <a:lstStyle/>
          <a:p>
            <a:r>
              <a:rPr lang="en-US" dirty="0"/>
              <a:t>3-Modeling	</a:t>
            </a:r>
          </a:p>
        </p:txBody>
      </p:sp>
    </p:spTree>
    <p:extLst>
      <p:ext uri="{BB962C8B-B14F-4D97-AF65-F5344CB8AC3E}">
        <p14:creationId xmlns:p14="http://schemas.microsoft.com/office/powerpoint/2010/main" val="12065703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0033-742D-4C5B-BD6B-FED2CA803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939" y="3348225"/>
            <a:ext cx="9107555" cy="1200329"/>
          </a:xfrm>
        </p:spPr>
        <p:txBody>
          <a:bodyPr/>
          <a:lstStyle/>
          <a:p>
            <a:r>
              <a:rPr lang="en-US" dirty="0"/>
              <a:t>3.1 </a:t>
            </a:r>
            <a:r>
              <a:rPr lang="en-US" dirty="0" err="1"/>
              <a:t>KMeans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1784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E703E0-D869-4715-9C48-4C55E43F1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1514C-5E56-4738-A1FF-4B1CFD2A3E36}" type="slidenum">
              <a:rPr lang="en-US" b="1" smtClean="0"/>
              <a:t>16</a:t>
            </a:fld>
            <a:endParaRPr lang="en-US" b="1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12D52D11-147A-4CBA-AF3A-B2CF3AAF994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" r="46"/>
          <a:stretch>
            <a:fillRect/>
          </a:stretch>
        </p:blipFill>
        <p:spPr>
          <a:xfrm>
            <a:off x="182433" y="1983833"/>
            <a:ext cx="5085671" cy="2890334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0EAF25-9AC8-4874-B317-3B535B9C0290}"/>
              </a:ext>
            </a:extLst>
          </p:cNvPr>
          <p:cNvSpPr txBox="1"/>
          <p:nvPr/>
        </p:nvSpPr>
        <p:spPr>
          <a:xfrm>
            <a:off x="358588" y="277906"/>
            <a:ext cx="2796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With PCA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F5B843-CE30-4E41-B13A-07FBBBED3252}"/>
              </a:ext>
            </a:extLst>
          </p:cNvPr>
          <p:cNvSpPr txBox="1"/>
          <p:nvPr/>
        </p:nvSpPr>
        <p:spPr>
          <a:xfrm>
            <a:off x="1828799" y="1416423"/>
            <a:ext cx="1425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Way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373CC8-2395-4E52-A679-67211BECA768}"/>
              </a:ext>
            </a:extLst>
          </p:cNvPr>
          <p:cNvSpPr txBox="1"/>
          <p:nvPr/>
        </p:nvSpPr>
        <p:spPr>
          <a:xfrm>
            <a:off x="8615082" y="1246093"/>
            <a:ext cx="1425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Way 2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ABA2D7C-3B6F-4C3C-A7EC-2E6807E48CA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6329" y="1719769"/>
            <a:ext cx="5600862" cy="322223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C8764CC-5B67-4D15-849B-3F8DF4ACC0FA}"/>
              </a:ext>
            </a:extLst>
          </p:cNvPr>
          <p:cNvSpPr txBox="1"/>
          <p:nvPr/>
        </p:nvSpPr>
        <p:spPr>
          <a:xfrm>
            <a:off x="959224" y="5441577"/>
            <a:ext cx="32990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4 clusters With Score: 28.8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2F7438-AAC3-4337-B89B-A29BF4A0AC5E}"/>
              </a:ext>
            </a:extLst>
          </p:cNvPr>
          <p:cNvSpPr txBox="1"/>
          <p:nvPr/>
        </p:nvSpPr>
        <p:spPr>
          <a:xfrm>
            <a:off x="7933767" y="5427241"/>
            <a:ext cx="32990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5 clusters With Score: 26.1</a:t>
            </a:r>
          </a:p>
        </p:txBody>
      </p:sp>
    </p:spTree>
    <p:extLst>
      <p:ext uri="{BB962C8B-B14F-4D97-AF65-F5344CB8AC3E}">
        <p14:creationId xmlns:p14="http://schemas.microsoft.com/office/powerpoint/2010/main" val="16551618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E703E0-D869-4715-9C48-4C55E43F1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1514C-5E56-4738-A1FF-4B1CFD2A3E36}" type="slidenum">
              <a:rPr lang="en-US" b="1" smtClean="0"/>
              <a:t>17</a:t>
            </a:fld>
            <a:endParaRPr lang="en-US" b="1" dirty="0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8B1D982B-7EF3-4003-A7E0-E2540785D8E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" r="2579"/>
          <a:stretch>
            <a:fillRect/>
          </a:stretch>
        </p:blipFill>
        <p:spPr>
          <a:xfrm>
            <a:off x="241815" y="2176396"/>
            <a:ext cx="5095375" cy="2895850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0EAF25-9AC8-4874-B317-3B535B9C0290}"/>
              </a:ext>
            </a:extLst>
          </p:cNvPr>
          <p:cNvSpPr txBox="1"/>
          <p:nvPr/>
        </p:nvSpPr>
        <p:spPr>
          <a:xfrm>
            <a:off x="358587" y="277906"/>
            <a:ext cx="36127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With Kernel PCA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F5B843-CE30-4E41-B13A-07FBBBED3252}"/>
              </a:ext>
            </a:extLst>
          </p:cNvPr>
          <p:cNvSpPr txBox="1"/>
          <p:nvPr/>
        </p:nvSpPr>
        <p:spPr>
          <a:xfrm>
            <a:off x="1828799" y="1416423"/>
            <a:ext cx="1425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Way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373CC8-2395-4E52-A679-67211BECA768}"/>
              </a:ext>
            </a:extLst>
          </p:cNvPr>
          <p:cNvSpPr txBox="1"/>
          <p:nvPr/>
        </p:nvSpPr>
        <p:spPr>
          <a:xfrm>
            <a:off x="8615082" y="1246093"/>
            <a:ext cx="1425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Way 2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229069B-2EB4-42A0-9BCA-3D5F9BD7C49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8046" y="2052665"/>
            <a:ext cx="5204911" cy="28958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581993B-77DD-406A-9414-1EA7150D65BB}"/>
              </a:ext>
            </a:extLst>
          </p:cNvPr>
          <p:cNvSpPr txBox="1"/>
          <p:nvPr/>
        </p:nvSpPr>
        <p:spPr>
          <a:xfrm>
            <a:off x="1183341" y="5557228"/>
            <a:ext cx="35589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5 clusters With Score: 33.7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6D639D-B430-48E2-8DB4-8735B3C4DCEA}"/>
              </a:ext>
            </a:extLst>
          </p:cNvPr>
          <p:cNvSpPr txBox="1"/>
          <p:nvPr/>
        </p:nvSpPr>
        <p:spPr>
          <a:xfrm>
            <a:off x="7449673" y="542724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5 clusters With Score: 31.4</a:t>
            </a:r>
          </a:p>
        </p:txBody>
      </p:sp>
    </p:spTree>
    <p:extLst>
      <p:ext uri="{BB962C8B-B14F-4D97-AF65-F5344CB8AC3E}">
        <p14:creationId xmlns:p14="http://schemas.microsoft.com/office/powerpoint/2010/main" val="2296498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0033-742D-4C5B-BD6B-FED2CA803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939" y="1132234"/>
            <a:ext cx="9107555" cy="3416320"/>
          </a:xfrm>
        </p:spPr>
        <p:txBody>
          <a:bodyPr/>
          <a:lstStyle/>
          <a:p>
            <a:r>
              <a:rPr lang="en-US" dirty="0"/>
              <a:t>3.2 </a:t>
            </a:r>
            <a:r>
              <a:rPr lang="en-US" dirty="0" err="1"/>
              <a:t>AgglomerativeClustering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18909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E703E0-D869-4715-9C48-4C55E43F1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1514C-5E56-4738-A1FF-4B1CFD2A3E36}" type="slidenum">
              <a:rPr lang="en-US" b="1" smtClean="0"/>
              <a:t>19</a:t>
            </a:fld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0EAF25-9AC8-4874-B317-3B535B9C0290}"/>
              </a:ext>
            </a:extLst>
          </p:cNvPr>
          <p:cNvSpPr txBox="1"/>
          <p:nvPr/>
        </p:nvSpPr>
        <p:spPr>
          <a:xfrm>
            <a:off x="358588" y="277906"/>
            <a:ext cx="2796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With PCA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F5B843-CE30-4E41-B13A-07FBBBED3252}"/>
              </a:ext>
            </a:extLst>
          </p:cNvPr>
          <p:cNvSpPr txBox="1"/>
          <p:nvPr/>
        </p:nvSpPr>
        <p:spPr>
          <a:xfrm>
            <a:off x="1828799" y="1416423"/>
            <a:ext cx="1425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Way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373CC8-2395-4E52-A679-67211BECA768}"/>
              </a:ext>
            </a:extLst>
          </p:cNvPr>
          <p:cNvSpPr txBox="1"/>
          <p:nvPr/>
        </p:nvSpPr>
        <p:spPr>
          <a:xfrm>
            <a:off x="8615082" y="1246093"/>
            <a:ext cx="1425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Way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8764CC-5B67-4D15-849B-3F8DF4ACC0FA}"/>
              </a:ext>
            </a:extLst>
          </p:cNvPr>
          <p:cNvSpPr txBox="1"/>
          <p:nvPr/>
        </p:nvSpPr>
        <p:spPr>
          <a:xfrm>
            <a:off x="959224" y="5441577"/>
            <a:ext cx="32990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5 clusters With Score: 24.1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2F7438-AAC3-4337-B89B-A29BF4A0AC5E}"/>
              </a:ext>
            </a:extLst>
          </p:cNvPr>
          <p:cNvSpPr txBox="1"/>
          <p:nvPr/>
        </p:nvSpPr>
        <p:spPr>
          <a:xfrm>
            <a:off x="7933767" y="5427241"/>
            <a:ext cx="32990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5 clusters With Score: 20.2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B992423-0E97-4E48-9512-258BCAA2649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5671" y="1941747"/>
            <a:ext cx="5559167" cy="297450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23932BE-A9A2-478E-B0E5-69520C63354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080" y="1941747"/>
            <a:ext cx="5582613" cy="2974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1366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E703E0-D869-4715-9C48-4C55E43F1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1514C-5E56-4738-A1FF-4B1CFD2A3E36}" type="slidenum">
              <a:rPr lang="en-US" b="1" smtClean="0"/>
              <a:t>20</a:t>
            </a:fld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0EAF25-9AC8-4874-B317-3B535B9C0290}"/>
              </a:ext>
            </a:extLst>
          </p:cNvPr>
          <p:cNvSpPr txBox="1"/>
          <p:nvPr/>
        </p:nvSpPr>
        <p:spPr>
          <a:xfrm>
            <a:off x="358587" y="277906"/>
            <a:ext cx="36127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With Kernel PCA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F5B843-CE30-4E41-B13A-07FBBBED3252}"/>
              </a:ext>
            </a:extLst>
          </p:cNvPr>
          <p:cNvSpPr txBox="1"/>
          <p:nvPr/>
        </p:nvSpPr>
        <p:spPr>
          <a:xfrm>
            <a:off x="1828799" y="1416423"/>
            <a:ext cx="1425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Way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373CC8-2395-4E52-A679-67211BECA768}"/>
              </a:ext>
            </a:extLst>
          </p:cNvPr>
          <p:cNvSpPr txBox="1"/>
          <p:nvPr/>
        </p:nvSpPr>
        <p:spPr>
          <a:xfrm>
            <a:off x="8615082" y="1246093"/>
            <a:ext cx="1425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Way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81993B-77DD-406A-9414-1EA7150D65BB}"/>
              </a:ext>
            </a:extLst>
          </p:cNvPr>
          <p:cNvSpPr txBox="1"/>
          <p:nvPr/>
        </p:nvSpPr>
        <p:spPr>
          <a:xfrm>
            <a:off x="1183341" y="5557228"/>
            <a:ext cx="35589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6 clusters With Score: 29.1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6D639D-B430-48E2-8DB4-8735B3C4DCEA}"/>
              </a:ext>
            </a:extLst>
          </p:cNvPr>
          <p:cNvSpPr txBox="1"/>
          <p:nvPr/>
        </p:nvSpPr>
        <p:spPr>
          <a:xfrm>
            <a:off x="7449673" y="542724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5 clusters With Score: 21.6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196D40-A4B9-4589-A1F7-92E9B562FB5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232" y="2115670"/>
            <a:ext cx="5032392" cy="278325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A9DD641-62FE-410A-B6DC-4FFCCAF676F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8932" y="2319928"/>
            <a:ext cx="4552300" cy="2438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9183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0033-742D-4C5B-BD6B-FED2CA803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939" y="2240230"/>
            <a:ext cx="9107555" cy="2308324"/>
          </a:xfrm>
        </p:spPr>
        <p:txBody>
          <a:bodyPr/>
          <a:lstStyle/>
          <a:p>
            <a:r>
              <a:rPr lang="en-US" dirty="0"/>
              <a:t>3.3 Gaussian Mixture</a:t>
            </a:r>
          </a:p>
        </p:txBody>
      </p:sp>
    </p:spTree>
    <p:extLst>
      <p:ext uri="{BB962C8B-B14F-4D97-AF65-F5344CB8AC3E}">
        <p14:creationId xmlns:p14="http://schemas.microsoft.com/office/powerpoint/2010/main" val="18924611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E703E0-D869-4715-9C48-4C55E43F1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1514C-5E56-4738-A1FF-4B1CFD2A3E36}" type="slidenum">
              <a:rPr lang="en-US" b="1" smtClean="0"/>
              <a:t>22</a:t>
            </a:fld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0EAF25-9AC8-4874-B317-3B535B9C0290}"/>
              </a:ext>
            </a:extLst>
          </p:cNvPr>
          <p:cNvSpPr txBox="1"/>
          <p:nvPr/>
        </p:nvSpPr>
        <p:spPr>
          <a:xfrm>
            <a:off x="358588" y="277906"/>
            <a:ext cx="2796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With PCA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F5B843-CE30-4E41-B13A-07FBBBED3252}"/>
              </a:ext>
            </a:extLst>
          </p:cNvPr>
          <p:cNvSpPr txBox="1"/>
          <p:nvPr/>
        </p:nvSpPr>
        <p:spPr>
          <a:xfrm>
            <a:off x="1828799" y="1416423"/>
            <a:ext cx="1425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Way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373CC8-2395-4E52-A679-67211BECA768}"/>
              </a:ext>
            </a:extLst>
          </p:cNvPr>
          <p:cNvSpPr txBox="1"/>
          <p:nvPr/>
        </p:nvSpPr>
        <p:spPr>
          <a:xfrm>
            <a:off x="8615082" y="1246093"/>
            <a:ext cx="1425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Way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8764CC-5B67-4D15-849B-3F8DF4ACC0FA}"/>
              </a:ext>
            </a:extLst>
          </p:cNvPr>
          <p:cNvSpPr txBox="1"/>
          <p:nvPr/>
        </p:nvSpPr>
        <p:spPr>
          <a:xfrm>
            <a:off x="959224" y="5441577"/>
            <a:ext cx="32990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4 clusters With Score: 12.0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2F7438-AAC3-4337-B89B-A29BF4A0AC5E}"/>
              </a:ext>
            </a:extLst>
          </p:cNvPr>
          <p:cNvSpPr txBox="1"/>
          <p:nvPr/>
        </p:nvSpPr>
        <p:spPr>
          <a:xfrm>
            <a:off x="7933767" y="5427241"/>
            <a:ext cx="32990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4 clusters With Score: 13.9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6D0FAD-0235-42DB-968F-F2F4EDDC61E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868602"/>
            <a:ext cx="5412678" cy="29949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AE6E5B9-C1FA-457B-AE13-191A173E699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8463" y="1994407"/>
            <a:ext cx="5247784" cy="2869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8116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E703E0-D869-4715-9C48-4C55E43F1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1514C-5E56-4738-A1FF-4B1CFD2A3E36}" type="slidenum">
              <a:rPr lang="en-US" b="1" smtClean="0"/>
              <a:t>23</a:t>
            </a:fld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0EAF25-9AC8-4874-B317-3B535B9C0290}"/>
              </a:ext>
            </a:extLst>
          </p:cNvPr>
          <p:cNvSpPr txBox="1"/>
          <p:nvPr/>
        </p:nvSpPr>
        <p:spPr>
          <a:xfrm>
            <a:off x="358587" y="277906"/>
            <a:ext cx="36127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With Kernel PCA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F5B843-CE30-4E41-B13A-07FBBBED3252}"/>
              </a:ext>
            </a:extLst>
          </p:cNvPr>
          <p:cNvSpPr txBox="1"/>
          <p:nvPr/>
        </p:nvSpPr>
        <p:spPr>
          <a:xfrm>
            <a:off x="1828799" y="1416423"/>
            <a:ext cx="1425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Way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373CC8-2395-4E52-A679-67211BECA768}"/>
              </a:ext>
            </a:extLst>
          </p:cNvPr>
          <p:cNvSpPr txBox="1"/>
          <p:nvPr/>
        </p:nvSpPr>
        <p:spPr>
          <a:xfrm>
            <a:off x="8615082" y="1246093"/>
            <a:ext cx="1425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Way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81993B-77DD-406A-9414-1EA7150D65BB}"/>
              </a:ext>
            </a:extLst>
          </p:cNvPr>
          <p:cNvSpPr txBox="1"/>
          <p:nvPr/>
        </p:nvSpPr>
        <p:spPr>
          <a:xfrm>
            <a:off x="1183341" y="5557228"/>
            <a:ext cx="35589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4 clusters With Score: 16.0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6D639D-B430-48E2-8DB4-8735B3C4DCEA}"/>
              </a:ext>
            </a:extLst>
          </p:cNvPr>
          <p:cNvSpPr txBox="1"/>
          <p:nvPr/>
        </p:nvSpPr>
        <p:spPr>
          <a:xfrm>
            <a:off x="7449673" y="542724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4 clusters With Score: 17.2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6671E3-675E-483B-B59B-C1D51975E47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06179"/>
            <a:ext cx="5207545" cy="28249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68D0C12-4962-4221-AA91-3F704B17074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921477"/>
            <a:ext cx="5550515" cy="3015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6545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0033-742D-4C5B-BD6B-FED2CA803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939" y="3348225"/>
            <a:ext cx="9107555" cy="1200329"/>
          </a:xfrm>
        </p:spPr>
        <p:txBody>
          <a:bodyPr/>
          <a:lstStyle/>
          <a:p>
            <a:r>
              <a:rPr lang="en-US" dirty="0"/>
              <a:t>3.3 Mean shift</a:t>
            </a:r>
          </a:p>
        </p:txBody>
      </p:sp>
    </p:spTree>
    <p:extLst>
      <p:ext uri="{BB962C8B-B14F-4D97-AF65-F5344CB8AC3E}">
        <p14:creationId xmlns:p14="http://schemas.microsoft.com/office/powerpoint/2010/main" val="29993397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E703E0-D869-4715-9C48-4C55E43F1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1514C-5E56-4738-A1FF-4B1CFD2A3E36}" type="slidenum">
              <a:rPr lang="en-US" b="1" smtClean="0"/>
              <a:t>25</a:t>
            </a:fld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0EAF25-9AC8-4874-B317-3B535B9C0290}"/>
              </a:ext>
            </a:extLst>
          </p:cNvPr>
          <p:cNvSpPr txBox="1"/>
          <p:nvPr/>
        </p:nvSpPr>
        <p:spPr>
          <a:xfrm>
            <a:off x="358588" y="277906"/>
            <a:ext cx="2796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With PCA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25F33C-E6ED-42E1-A169-F82779D4607F}"/>
              </a:ext>
            </a:extLst>
          </p:cNvPr>
          <p:cNvSpPr txBox="1"/>
          <p:nvPr/>
        </p:nvSpPr>
        <p:spPr>
          <a:xfrm>
            <a:off x="645459" y="1380565"/>
            <a:ext cx="6947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The number of cluster more than 1000 </a:t>
            </a:r>
          </a:p>
        </p:txBody>
      </p:sp>
    </p:spTree>
    <p:extLst>
      <p:ext uri="{BB962C8B-B14F-4D97-AF65-F5344CB8AC3E}">
        <p14:creationId xmlns:p14="http://schemas.microsoft.com/office/powerpoint/2010/main" val="7189396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E703E0-D869-4715-9C48-4C55E43F1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1514C-5E56-4738-A1FF-4B1CFD2A3E36}" type="slidenum">
              <a:rPr lang="en-US" b="1" smtClean="0"/>
              <a:t>26</a:t>
            </a:fld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0EAF25-9AC8-4874-B317-3B535B9C0290}"/>
              </a:ext>
            </a:extLst>
          </p:cNvPr>
          <p:cNvSpPr txBox="1"/>
          <p:nvPr/>
        </p:nvSpPr>
        <p:spPr>
          <a:xfrm>
            <a:off x="358587" y="277906"/>
            <a:ext cx="36127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With Kernel PCA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F5B843-CE30-4E41-B13A-07FBBBED3252}"/>
              </a:ext>
            </a:extLst>
          </p:cNvPr>
          <p:cNvSpPr txBox="1"/>
          <p:nvPr/>
        </p:nvSpPr>
        <p:spPr>
          <a:xfrm>
            <a:off x="1828799" y="1416423"/>
            <a:ext cx="1425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Way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373CC8-2395-4E52-A679-67211BECA768}"/>
              </a:ext>
            </a:extLst>
          </p:cNvPr>
          <p:cNvSpPr txBox="1"/>
          <p:nvPr/>
        </p:nvSpPr>
        <p:spPr>
          <a:xfrm>
            <a:off x="8615082" y="1246093"/>
            <a:ext cx="1425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Way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81993B-77DD-406A-9414-1EA7150D65BB}"/>
              </a:ext>
            </a:extLst>
          </p:cNvPr>
          <p:cNvSpPr txBox="1"/>
          <p:nvPr/>
        </p:nvSpPr>
        <p:spPr>
          <a:xfrm>
            <a:off x="959224" y="5557228"/>
            <a:ext cx="3783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.47 Bandwidth With Score: 26.9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6D639D-B430-48E2-8DB4-8735B3C4DCEA}"/>
              </a:ext>
            </a:extLst>
          </p:cNvPr>
          <p:cNvSpPr txBox="1"/>
          <p:nvPr/>
        </p:nvSpPr>
        <p:spPr>
          <a:xfrm>
            <a:off x="7449673" y="542724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.49 Bandwidth With Score: 26.8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EC26D3-6668-4015-9E04-BDDF204DF54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674" y="2151530"/>
            <a:ext cx="5105174" cy="28241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7A768D5-0D7B-43C5-9899-37F400125CE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3223" y="2118725"/>
            <a:ext cx="4911777" cy="262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8771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0033-742D-4C5B-BD6B-FED2CA803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939" y="3348225"/>
            <a:ext cx="9107555" cy="1200329"/>
          </a:xfrm>
        </p:spPr>
        <p:txBody>
          <a:bodyPr/>
          <a:lstStyle/>
          <a:p>
            <a:r>
              <a:rPr lang="en-US" dirty="0"/>
              <a:t>3.3 DBSCAN</a:t>
            </a:r>
          </a:p>
        </p:txBody>
      </p:sp>
    </p:spTree>
    <p:extLst>
      <p:ext uri="{BB962C8B-B14F-4D97-AF65-F5344CB8AC3E}">
        <p14:creationId xmlns:p14="http://schemas.microsoft.com/office/powerpoint/2010/main" val="20654301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E703E0-D869-4715-9C48-4C55E43F1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1514C-5E56-4738-A1FF-4B1CFD2A3E36}" type="slidenum">
              <a:rPr lang="en-US" b="1" smtClean="0"/>
              <a:t>28</a:t>
            </a:fld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0EAF25-9AC8-4874-B317-3B535B9C0290}"/>
              </a:ext>
            </a:extLst>
          </p:cNvPr>
          <p:cNvSpPr txBox="1"/>
          <p:nvPr/>
        </p:nvSpPr>
        <p:spPr>
          <a:xfrm>
            <a:off x="358588" y="277906"/>
            <a:ext cx="2796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With PCA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F5B843-CE30-4E41-B13A-07FBBBED3252}"/>
              </a:ext>
            </a:extLst>
          </p:cNvPr>
          <p:cNvSpPr txBox="1"/>
          <p:nvPr/>
        </p:nvSpPr>
        <p:spPr>
          <a:xfrm>
            <a:off x="1828799" y="1416423"/>
            <a:ext cx="1425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Way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373CC8-2395-4E52-A679-67211BECA768}"/>
              </a:ext>
            </a:extLst>
          </p:cNvPr>
          <p:cNvSpPr txBox="1"/>
          <p:nvPr/>
        </p:nvSpPr>
        <p:spPr>
          <a:xfrm>
            <a:off x="8615082" y="1246093"/>
            <a:ext cx="1425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Way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8764CC-5B67-4D15-849B-3F8DF4ACC0FA}"/>
              </a:ext>
            </a:extLst>
          </p:cNvPr>
          <p:cNvSpPr txBox="1"/>
          <p:nvPr/>
        </p:nvSpPr>
        <p:spPr>
          <a:xfrm>
            <a:off x="959224" y="5441577"/>
            <a:ext cx="32990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EPS = 7.49, </a:t>
            </a:r>
            <a:r>
              <a:rPr lang="en-US" b="1" dirty="0" err="1"/>
              <a:t>min_samples</a:t>
            </a:r>
            <a:r>
              <a:rPr lang="en-US" b="1" dirty="0"/>
              <a:t> =2 and k =2 with score =  85.4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39E962-CC40-402E-BBDC-CEE9D23F512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606" y="1929383"/>
            <a:ext cx="4569482" cy="29992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E812D9B-6737-4B27-AD6B-FAAFFC2DB0B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1876" y="1785755"/>
            <a:ext cx="4891800" cy="327772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52B6EB4-3045-46F6-8EAC-8431AE00FE8D}"/>
              </a:ext>
            </a:extLst>
          </p:cNvPr>
          <p:cNvSpPr txBox="1"/>
          <p:nvPr/>
        </p:nvSpPr>
        <p:spPr>
          <a:xfrm>
            <a:off x="7718055" y="5441265"/>
            <a:ext cx="40296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EPS = 1.9, </a:t>
            </a:r>
            <a:r>
              <a:rPr lang="en-US" b="1" dirty="0" err="1"/>
              <a:t>min_samples</a:t>
            </a:r>
            <a:r>
              <a:rPr lang="en-US" b="1" dirty="0"/>
              <a:t> =2 and k =2 with score =  37.6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00B8DA-E8F4-4CEE-A9F1-32610DC7291D}"/>
              </a:ext>
            </a:extLst>
          </p:cNvPr>
          <p:cNvSpPr txBox="1"/>
          <p:nvPr/>
        </p:nvSpPr>
        <p:spPr>
          <a:xfrm>
            <a:off x="3858368" y="520898"/>
            <a:ext cx="45694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FF0000"/>
                </a:solidFill>
                <a:effectLst/>
                <a:latin typeface="Roboto" panose="020B0604020202020204" pitchFamily="2" charset="0"/>
              </a:rPr>
              <a:t>Having one cluster with very high silhouette score may cause overfitting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33009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E703E0-D869-4715-9C48-4C55E43F1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1514C-5E56-4738-A1FF-4B1CFD2A3E36}" type="slidenum">
              <a:rPr lang="en-US" b="1" smtClean="0"/>
              <a:t>29</a:t>
            </a:fld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0EAF25-9AC8-4874-B317-3B535B9C0290}"/>
              </a:ext>
            </a:extLst>
          </p:cNvPr>
          <p:cNvSpPr txBox="1"/>
          <p:nvPr/>
        </p:nvSpPr>
        <p:spPr>
          <a:xfrm>
            <a:off x="358587" y="277906"/>
            <a:ext cx="36127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With Kernel PCA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9500A6-309E-424E-87FB-D6F5A3DDAB5C}"/>
              </a:ext>
            </a:extLst>
          </p:cNvPr>
          <p:cNvSpPr txBox="1"/>
          <p:nvPr/>
        </p:nvSpPr>
        <p:spPr>
          <a:xfrm>
            <a:off x="609603" y="13662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The score of DBSCAN is so bad , it’s less than zeros</a:t>
            </a:r>
          </a:p>
        </p:txBody>
      </p:sp>
    </p:spTree>
    <p:extLst>
      <p:ext uri="{BB962C8B-B14F-4D97-AF65-F5344CB8AC3E}">
        <p14:creationId xmlns:p14="http://schemas.microsoft.com/office/powerpoint/2010/main" val="12446748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0BFD7ADE-E445-4EA5-A0FE-F79545C71D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96" y="3630707"/>
            <a:ext cx="2423080" cy="1155934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9CF87B-34A7-411D-8ADC-0CA1A8FC6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1514C-5E56-4738-A1FF-4B1CFD2A3E36}" type="slidenum">
              <a:rPr lang="en-US" smtClean="0"/>
              <a:t>30</a:t>
            </a:fld>
            <a:endParaRPr lang="en-US" dirty="0"/>
          </a:p>
        </p:txBody>
      </p:sp>
      <p:pic>
        <p:nvPicPr>
          <p:cNvPr id="23" name="Content Placeholder 22">
            <a:extLst>
              <a:ext uri="{FF2B5EF4-FFF2-40B4-BE49-F238E27FC236}">
                <a16:creationId xmlns:a16="http://schemas.microsoft.com/office/drawing/2014/main" id="{78994DBB-8946-44AA-9A52-418E3614ED38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7118" y="3487245"/>
            <a:ext cx="2287825" cy="1042467"/>
          </a:xfrm>
        </p:spPr>
      </p:pic>
      <p:pic>
        <p:nvPicPr>
          <p:cNvPr id="25" name="Content Placeholder 24">
            <a:extLst>
              <a:ext uri="{FF2B5EF4-FFF2-40B4-BE49-F238E27FC236}">
                <a16:creationId xmlns:a16="http://schemas.microsoft.com/office/drawing/2014/main" id="{7742936B-7422-47C0-86DE-E056477A2AEF}"/>
              </a:ext>
            </a:extLst>
          </p:cNvPr>
          <p:cNvPicPr>
            <a:picLocks noGrp="1" noChangeAspect="1"/>
          </p:cNvPicPr>
          <p:nvPr>
            <p:ph idx="16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7118" y="4722455"/>
            <a:ext cx="2378075" cy="1042467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BD428C6-A65E-4CB4-8FDA-7E6C51B90E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470361"/>
            <a:ext cx="12192000" cy="1484509"/>
          </a:xfrm>
        </p:spPr>
        <p:txBody>
          <a:bodyPr/>
          <a:lstStyle/>
          <a:p>
            <a:r>
              <a:rPr lang="en-US" b="1" dirty="0"/>
              <a:t>So What Best Model for STD scaler?</a:t>
            </a:r>
          </a:p>
          <a:p>
            <a:r>
              <a:rPr lang="en-US" dirty="0"/>
              <a:t>Silhouette score vs Davies-Bouldin</a:t>
            </a:r>
          </a:p>
          <a:p>
            <a:r>
              <a:rPr lang="en-US" sz="1800" dirty="0">
                <a:solidFill>
                  <a:srgbClr val="FF0000"/>
                </a:solidFill>
              </a:rPr>
              <a:t>Silhouette must be large and DB must be small for the best model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05A75AE-A558-4456-8CEB-61459B0C554F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8658" y="2577396"/>
            <a:ext cx="2377440" cy="313932"/>
          </a:xfrm>
        </p:spPr>
        <p:txBody>
          <a:bodyPr/>
          <a:lstStyle/>
          <a:p>
            <a:r>
              <a:rPr lang="en-US" sz="1600" dirty="0"/>
              <a:t>Way 1 with PCA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07C7E5-98C8-40B4-86FC-305FBE4C7FCE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2483635" y="2577396"/>
            <a:ext cx="2377440" cy="313932"/>
          </a:xfrm>
        </p:spPr>
        <p:txBody>
          <a:bodyPr/>
          <a:lstStyle/>
          <a:p>
            <a:r>
              <a:rPr lang="en-US" sz="1600" dirty="0"/>
              <a:t>Way 2 with PCA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58FF2F5-1180-4F36-9CB1-46F34572AC4B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4898612" y="2577396"/>
            <a:ext cx="2377440" cy="1235210"/>
          </a:xfrm>
        </p:spPr>
        <p:txBody>
          <a:bodyPr/>
          <a:lstStyle/>
          <a:p>
            <a:r>
              <a:rPr lang="en-US" sz="1600" dirty="0"/>
              <a:t>Way 1 with Kernel-PCA</a:t>
            </a:r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AD73B005-D88F-4D01-859D-648353DE090D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7251248" y="2381523"/>
            <a:ext cx="2377440" cy="885371"/>
          </a:xfrm>
        </p:spPr>
        <p:txBody>
          <a:bodyPr/>
          <a:lstStyle/>
          <a:p>
            <a:r>
              <a:rPr lang="en-US" sz="1600" dirty="0"/>
              <a:t>Way 2 with Kernel-PCA</a:t>
            </a:r>
          </a:p>
          <a:p>
            <a:endParaRPr lang="en-US" sz="1600" dirty="0"/>
          </a:p>
        </p:txBody>
      </p:sp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FEB54277-E51C-4708-9D02-35F5EC6C7946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60" y="4940067"/>
            <a:ext cx="2378075" cy="994569"/>
          </a:xfr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1450D5C-A2EF-4304-A51C-FBA8B35B23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827" y="3574495"/>
            <a:ext cx="2377440" cy="86063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72A922C-A071-4C80-8222-645D87C86CD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3513" y="4890606"/>
            <a:ext cx="2315099" cy="104403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776E08F-52E8-4289-9A6C-7298FC9C4D0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3887" y="3550207"/>
            <a:ext cx="2558631" cy="107451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8316CA3-AE1B-4B0E-B976-1BAD9E92687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3887" y="4722455"/>
            <a:ext cx="2558631" cy="112023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AF2D928F-07B6-487E-BF6B-334457AB8224}"/>
              </a:ext>
            </a:extLst>
          </p:cNvPr>
          <p:cNvSpPr txBox="1"/>
          <p:nvPr/>
        </p:nvSpPr>
        <p:spPr>
          <a:xfrm>
            <a:off x="122896" y="5934636"/>
            <a:ext cx="11773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WINNER models:</a:t>
            </a:r>
            <a:br>
              <a:rPr lang="en-US" dirty="0">
                <a:solidFill>
                  <a:schemeClr val="bg2"/>
                </a:solidFill>
              </a:rPr>
            </a:br>
            <a:r>
              <a:rPr lang="en-US" dirty="0">
                <a:solidFill>
                  <a:schemeClr val="bg2"/>
                </a:solidFill>
              </a:rPr>
              <a:t>     KMEANS                              KMEANS                     KMEANS                                  KMEANS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6486571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EC0811F-AD7C-44DC-A8B0-F718B787A7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07504" y="406434"/>
            <a:ext cx="3094104" cy="590931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47CDEA-8EFF-4114-9E9B-C10F77102D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2484" y="1843142"/>
            <a:ext cx="8097838" cy="646331"/>
          </a:xfrm>
        </p:spPr>
        <p:txBody>
          <a:bodyPr/>
          <a:lstStyle/>
          <a:p>
            <a:pPr algn="l"/>
            <a:r>
              <a:rPr lang="en-US" dirty="0"/>
              <a:t>In way 1:  The scores with PCA more than scores with K-PCA and the BEST model for this way is  KMEANS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5269FE-BAEE-4402-A79B-5A87AB258ED2}"/>
              </a:ext>
            </a:extLst>
          </p:cNvPr>
          <p:cNvSpPr txBox="1"/>
          <p:nvPr/>
        </p:nvSpPr>
        <p:spPr>
          <a:xfrm>
            <a:off x="702484" y="3189810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solidFill>
                  <a:schemeClr val="bg1"/>
                </a:solidFill>
              </a:rPr>
              <a:t>In way 2:  The scores with K-PCA more than scores with PCA and the BEST model for this way is KMEANS</a:t>
            </a:r>
          </a:p>
        </p:txBody>
      </p:sp>
    </p:spTree>
    <p:extLst>
      <p:ext uri="{BB962C8B-B14F-4D97-AF65-F5344CB8AC3E}">
        <p14:creationId xmlns:p14="http://schemas.microsoft.com/office/powerpoint/2010/main" val="37331230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0033-742D-4C5B-BD6B-FED2CA803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939" y="2240230"/>
            <a:ext cx="9107555" cy="2308324"/>
          </a:xfrm>
        </p:spPr>
        <p:txBody>
          <a:bodyPr/>
          <a:lstStyle/>
          <a:p>
            <a:r>
              <a:rPr lang="en-US" dirty="0"/>
              <a:t>2.2.2 Power Transformer</a:t>
            </a:r>
          </a:p>
        </p:txBody>
      </p:sp>
    </p:spTree>
    <p:extLst>
      <p:ext uri="{BB962C8B-B14F-4D97-AF65-F5344CB8AC3E}">
        <p14:creationId xmlns:p14="http://schemas.microsoft.com/office/powerpoint/2010/main" val="2434898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ED976D-5FC9-4D1D-8336-1EED9A00DB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E1514C-5E56-4738-A1FF-4B1CFD2A3E36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266F7E7-8F05-4FAB-B0FC-C67D7ABF8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244" y="0"/>
            <a:ext cx="4083304" cy="1800493"/>
          </a:xfrm>
        </p:spPr>
        <p:txBody>
          <a:bodyPr/>
          <a:lstStyle/>
          <a:p>
            <a:r>
              <a:rPr lang="en-US" dirty="0"/>
              <a:t>2.2.1-Distribution of The Data with Power Transformer (PT)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1B775E-DE20-4199-845F-09114E8BF15F}"/>
              </a:ext>
            </a:extLst>
          </p:cNvPr>
          <p:cNvSpPr txBox="1"/>
          <p:nvPr/>
        </p:nvSpPr>
        <p:spPr>
          <a:xfrm>
            <a:off x="7013511" y="2215167"/>
            <a:ext cx="5178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way2 of handling Nan values and PT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EF9340-179B-40D6-A31C-9BDD2B58B64E}"/>
              </a:ext>
            </a:extLst>
          </p:cNvPr>
          <p:cNvSpPr txBox="1"/>
          <p:nvPr/>
        </p:nvSpPr>
        <p:spPr>
          <a:xfrm>
            <a:off x="482860" y="2314004"/>
            <a:ext cx="61348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After way1 of handling Nan values and PT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136CD6-83F8-458A-A217-BB101F8E22C4}"/>
              </a:ext>
            </a:extLst>
          </p:cNvPr>
          <p:cNvSpPr txBox="1"/>
          <p:nvPr/>
        </p:nvSpPr>
        <p:spPr>
          <a:xfrm>
            <a:off x="3808766" y="5981152"/>
            <a:ext cx="5068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The data is almost normal distributed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4901BF-1CA3-401A-A30B-C7B02922FB0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956" y="3048767"/>
            <a:ext cx="4798610" cy="26527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B776AE-D166-4CBA-B34F-42C66B6DAD8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3511" y="3048766"/>
            <a:ext cx="4574332" cy="2652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7521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0033-742D-4C5B-BD6B-FED2CA803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939" y="2240230"/>
            <a:ext cx="9107555" cy="2308324"/>
          </a:xfrm>
        </p:spPr>
        <p:txBody>
          <a:bodyPr/>
          <a:lstStyle/>
          <a:p>
            <a:r>
              <a:rPr lang="en-US" dirty="0"/>
              <a:t>2.3 Dimensionally reduction </a:t>
            </a:r>
          </a:p>
        </p:txBody>
      </p:sp>
    </p:spTree>
    <p:extLst>
      <p:ext uri="{BB962C8B-B14F-4D97-AF65-F5344CB8AC3E}">
        <p14:creationId xmlns:p14="http://schemas.microsoft.com/office/powerpoint/2010/main" val="41224276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B2FB2A5-5BC6-4910-947A-61423309DA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65561" y="284471"/>
            <a:ext cx="4731591" cy="1089529"/>
          </a:xfrm>
        </p:spPr>
        <p:txBody>
          <a:bodyPr/>
          <a:lstStyle/>
          <a:p>
            <a:r>
              <a:rPr lang="en-US" b="1" dirty="0"/>
              <a:t>PCA vs Kernel-PCA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5B6977-19C3-4757-871A-1F4AE22F603A}"/>
              </a:ext>
            </a:extLst>
          </p:cNvPr>
          <p:cNvSpPr txBox="1"/>
          <p:nvPr/>
        </p:nvSpPr>
        <p:spPr>
          <a:xfrm>
            <a:off x="2106706" y="1997351"/>
            <a:ext cx="1550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With way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767CBE-B1C4-4B62-8B6A-5D7A175C4372}"/>
              </a:ext>
            </a:extLst>
          </p:cNvPr>
          <p:cNvSpPr txBox="1"/>
          <p:nvPr/>
        </p:nvSpPr>
        <p:spPr>
          <a:xfrm>
            <a:off x="7705164" y="1998240"/>
            <a:ext cx="1783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With way 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0A1C30-BE61-4BF7-8C88-EDF7321939F7}"/>
              </a:ext>
            </a:extLst>
          </p:cNvPr>
          <p:cNvSpPr txBox="1"/>
          <p:nvPr/>
        </p:nvSpPr>
        <p:spPr>
          <a:xfrm>
            <a:off x="3657600" y="630261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K_PCA looks more better than PCA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85FF02-3A9E-4D1D-9FBD-726823C0C8A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259" y="2581835"/>
            <a:ext cx="4354809" cy="29798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5DD8BB2-02C4-41D8-B24F-24299BBC9C5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5809" y="2581835"/>
            <a:ext cx="4242685" cy="2940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5562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C1469-0D02-4A46-AEF5-4563C2F5E7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48777" y="3060987"/>
            <a:ext cx="5208335" cy="677108"/>
          </a:xfrm>
        </p:spPr>
        <p:txBody>
          <a:bodyPr/>
          <a:lstStyle/>
          <a:p>
            <a:r>
              <a:rPr lang="en-US" dirty="0"/>
              <a:t>3-Modeling	</a:t>
            </a:r>
          </a:p>
        </p:txBody>
      </p:sp>
    </p:spTree>
    <p:extLst>
      <p:ext uri="{BB962C8B-B14F-4D97-AF65-F5344CB8AC3E}">
        <p14:creationId xmlns:p14="http://schemas.microsoft.com/office/powerpoint/2010/main" val="23263487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0033-742D-4C5B-BD6B-FED2CA803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939" y="3348225"/>
            <a:ext cx="9107555" cy="1200329"/>
          </a:xfrm>
        </p:spPr>
        <p:txBody>
          <a:bodyPr/>
          <a:lstStyle/>
          <a:p>
            <a:r>
              <a:rPr lang="en-US" dirty="0"/>
              <a:t>3.1 </a:t>
            </a:r>
            <a:r>
              <a:rPr lang="en-US" dirty="0" err="1"/>
              <a:t>KMeans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7663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E703E0-D869-4715-9C48-4C55E43F1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1514C-5E56-4738-A1FF-4B1CFD2A3E36}" type="slidenum">
              <a:rPr lang="en-US" b="1" smtClean="0"/>
              <a:t>38</a:t>
            </a:fld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F5B843-CE30-4E41-B13A-07FBBBED3252}"/>
              </a:ext>
            </a:extLst>
          </p:cNvPr>
          <p:cNvSpPr txBox="1"/>
          <p:nvPr/>
        </p:nvSpPr>
        <p:spPr>
          <a:xfrm>
            <a:off x="1828799" y="1416423"/>
            <a:ext cx="1425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Way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373CC8-2395-4E52-A679-67211BECA768}"/>
              </a:ext>
            </a:extLst>
          </p:cNvPr>
          <p:cNvSpPr txBox="1"/>
          <p:nvPr/>
        </p:nvSpPr>
        <p:spPr>
          <a:xfrm>
            <a:off x="8615082" y="1246093"/>
            <a:ext cx="1425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Way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8764CC-5B67-4D15-849B-3F8DF4ACC0FA}"/>
              </a:ext>
            </a:extLst>
          </p:cNvPr>
          <p:cNvSpPr txBox="1"/>
          <p:nvPr/>
        </p:nvSpPr>
        <p:spPr>
          <a:xfrm>
            <a:off x="959224" y="5441577"/>
            <a:ext cx="32990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5 clusters With Score: 35.1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2F7438-AAC3-4337-B89B-A29BF4A0AC5E}"/>
              </a:ext>
            </a:extLst>
          </p:cNvPr>
          <p:cNvSpPr txBox="1"/>
          <p:nvPr/>
        </p:nvSpPr>
        <p:spPr>
          <a:xfrm>
            <a:off x="7933767" y="5427241"/>
            <a:ext cx="32990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5 clusters With Score: 38.1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DBA9C62-AD2C-41DD-976F-0110280180C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36" y="2052918"/>
            <a:ext cx="5070692" cy="281829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46FA2D4-7361-4C5F-8973-ABC33721CF0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151" y="2120740"/>
            <a:ext cx="5257070" cy="3011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6264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0033-742D-4C5B-BD6B-FED2CA803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939" y="1132234"/>
            <a:ext cx="9107555" cy="3416320"/>
          </a:xfrm>
        </p:spPr>
        <p:txBody>
          <a:bodyPr/>
          <a:lstStyle/>
          <a:p>
            <a:r>
              <a:rPr lang="en-US" dirty="0"/>
              <a:t>3.2 </a:t>
            </a:r>
            <a:r>
              <a:rPr lang="en-US" dirty="0" err="1"/>
              <a:t>AgglomerativeClustering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3548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E703E0-D869-4715-9C48-4C55E43F1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1514C-5E56-4738-A1FF-4B1CFD2A3E36}" type="slidenum">
              <a:rPr lang="en-US" b="1" smtClean="0"/>
              <a:t>40</a:t>
            </a:fld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F5B843-CE30-4E41-B13A-07FBBBED3252}"/>
              </a:ext>
            </a:extLst>
          </p:cNvPr>
          <p:cNvSpPr txBox="1"/>
          <p:nvPr/>
        </p:nvSpPr>
        <p:spPr>
          <a:xfrm>
            <a:off x="1828799" y="1416423"/>
            <a:ext cx="1425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Way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373CC8-2395-4E52-A679-67211BECA768}"/>
              </a:ext>
            </a:extLst>
          </p:cNvPr>
          <p:cNvSpPr txBox="1"/>
          <p:nvPr/>
        </p:nvSpPr>
        <p:spPr>
          <a:xfrm>
            <a:off x="8615082" y="1246093"/>
            <a:ext cx="1425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Way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8764CC-5B67-4D15-849B-3F8DF4ACC0FA}"/>
              </a:ext>
            </a:extLst>
          </p:cNvPr>
          <p:cNvSpPr txBox="1"/>
          <p:nvPr/>
        </p:nvSpPr>
        <p:spPr>
          <a:xfrm>
            <a:off x="959224" y="5441577"/>
            <a:ext cx="32990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5 clusters With Score: 30.0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2F7438-AAC3-4337-B89B-A29BF4A0AC5E}"/>
              </a:ext>
            </a:extLst>
          </p:cNvPr>
          <p:cNvSpPr txBox="1"/>
          <p:nvPr/>
        </p:nvSpPr>
        <p:spPr>
          <a:xfrm>
            <a:off x="7933767" y="5427241"/>
            <a:ext cx="32990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5 clusters With Score: 32.0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1460FE-1556-41DC-8EC8-6DB63A69B0F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40" y="2206836"/>
            <a:ext cx="5014553" cy="27273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0CEC912-56FD-4FF9-AA92-25BB19BF74D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8801" y="2111511"/>
            <a:ext cx="5018204" cy="2819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7301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0033-742D-4C5B-BD6B-FED2CA803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939" y="2240230"/>
            <a:ext cx="9107555" cy="2308324"/>
          </a:xfrm>
        </p:spPr>
        <p:txBody>
          <a:bodyPr/>
          <a:lstStyle/>
          <a:p>
            <a:r>
              <a:rPr lang="en-US" dirty="0"/>
              <a:t>3.3 Gaussian Mixture</a:t>
            </a:r>
          </a:p>
        </p:txBody>
      </p:sp>
    </p:spTree>
    <p:extLst>
      <p:ext uri="{BB962C8B-B14F-4D97-AF65-F5344CB8AC3E}">
        <p14:creationId xmlns:p14="http://schemas.microsoft.com/office/powerpoint/2010/main" val="1033810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E703E0-D869-4715-9C48-4C55E43F1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1514C-5E56-4738-A1FF-4B1CFD2A3E36}" type="slidenum">
              <a:rPr lang="en-US" b="1" smtClean="0"/>
              <a:t>42</a:t>
            </a:fld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F5B843-CE30-4E41-B13A-07FBBBED3252}"/>
              </a:ext>
            </a:extLst>
          </p:cNvPr>
          <p:cNvSpPr txBox="1"/>
          <p:nvPr/>
        </p:nvSpPr>
        <p:spPr>
          <a:xfrm>
            <a:off x="1828799" y="1416423"/>
            <a:ext cx="1425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Way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373CC8-2395-4E52-A679-67211BECA768}"/>
              </a:ext>
            </a:extLst>
          </p:cNvPr>
          <p:cNvSpPr txBox="1"/>
          <p:nvPr/>
        </p:nvSpPr>
        <p:spPr>
          <a:xfrm>
            <a:off x="8615082" y="1246093"/>
            <a:ext cx="1425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Way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8764CC-5B67-4D15-849B-3F8DF4ACC0FA}"/>
              </a:ext>
            </a:extLst>
          </p:cNvPr>
          <p:cNvSpPr txBox="1"/>
          <p:nvPr/>
        </p:nvSpPr>
        <p:spPr>
          <a:xfrm>
            <a:off x="959224" y="5441577"/>
            <a:ext cx="32990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4 clusters With Score: 29.4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2F7438-AAC3-4337-B89B-A29BF4A0AC5E}"/>
              </a:ext>
            </a:extLst>
          </p:cNvPr>
          <p:cNvSpPr txBox="1"/>
          <p:nvPr/>
        </p:nvSpPr>
        <p:spPr>
          <a:xfrm>
            <a:off x="7933767" y="5427241"/>
            <a:ext cx="32990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5 clusters With Score: 32.0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EFFDFB-0ABA-4FD8-85C0-416144B95C1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470" y="2030506"/>
            <a:ext cx="5109653" cy="29339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6A84FE-51DB-46C7-8AB5-305CFC7287C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176" y="2207235"/>
            <a:ext cx="4852599" cy="2628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0103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0033-742D-4C5B-BD6B-FED2CA803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939" y="3348225"/>
            <a:ext cx="9107555" cy="1200329"/>
          </a:xfrm>
        </p:spPr>
        <p:txBody>
          <a:bodyPr/>
          <a:lstStyle/>
          <a:p>
            <a:r>
              <a:rPr lang="en-US" dirty="0"/>
              <a:t>3.3 Mean shift</a:t>
            </a:r>
          </a:p>
        </p:txBody>
      </p:sp>
    </p:spTree>
    <p:extLst>
      <p:ext uri="{BB962C8B-B14F-4D97-AF65-F5344CB8AC3E}">
        <p14:creationId xmlns:p14="http://schemas.microsoft.com/office/powerpoint/2010/main" val="8598415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E703E0-D869-4715-9C48-4C55E43F1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1514C-5E56-4738-A1FF-4B1CFD2A3E36}" type="slidenum">
              <a:rPr lang="en-US" b="1" smtClean="0"/>
              <a:t>44</a:t>
            </a:fld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F5B843-CE30-4E41-B13A-07FBBBED3252}"/>
              </a:ext>
            </a:extLst>
          </p:cNvPr>
          <p:cNvSpPr txBox="1"/>
          <p:nvPr/>
        </p:nvSpPr>
        <p:spPr>
          <a:xfrm>
            <a:off x="1828799" y="1416423"/>
            <a:ext cx="1425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Way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373CC8-2395-4E52-A679-67211BECA768}"/>
              </a:ext>
            </a:extLst>
          </p:cNvPr>
          <p:cNvSpPr txBox="1"/>
          <p:nvPr/>
        </p:nvSpPr>
        <p:spPr>
          <a:xfrm>
            <a:off x="8615082" y="1246093"/>
            <a:ext cx="1425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Way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8764CC-5B67-4D15-849B-3F8DF4ACC0FA}"/>
              </a:ext>
            </a:extLst>
          </p:cNvPr>
          <p:cNvSpPr txBox="1"/>
          <p:nvPr/>
        </p:nvSpPr>
        <p:spPr>
          <a:xfrm>
            <a:off x="539676" y="5031015"/>
            <a:ext cx="35769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.46 Bandwidth With Score: 35.4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2F7438-AAC3-4337-B89B-A29BF4A0AC5E}"/>
              </a:ext>
            </a:extLst>
          </p:cNvPr>
          <p:cNvSpPr txBox="1"/>
          <p:nvPr/>
        </p:nvSpPr>
        <p:spPr>
          <a:xfrm>
            <a:off x="7028330" y="5031015"/>
            <a:ext cx="365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.46 Bandwidth With Score: 38.0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BB5EB75-EF6B-455A-84D6-70A436B8CCD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762" y="2008094"/>
            <a:ext cx="4359011" cy="241554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E70191A-F8A5-4CCE-B41D-217D373B4DB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167" y="1925732"/>
            <a:ext cx="4661738" cy="262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7604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0033-742D-4C5B-BD6B-FED2CA803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939" y="3348225"/>
            <a:ext cx="9107555" cy="1200329"/>
          </a:xfrm>
        </p:spPr>
        <p:txBody>
          <a:bodyPr/>
          <a:lstStyle/>
          <a:p>
            <a:r>
              <a:rPr lang="en-US" dirty="0"/>
              <a:t>3.3 DBSCAN</a:t>
            </a:r>
          </a:p>
        </p:txBody>
      </p:sp>
    </p:spTree>
    <p:extLst>
      <p:ext uri="{BB962C8B-B14F-4D97-AF65-F5344CB8AC3E}">
        <p14:creationId xmlns:p14="http://schemas.microsoft.com/office/powerpoint/2010/main" val="37546550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D5FBEF-8A44-49EA-8600-27233E910A89}"/>
              </a:ext>
            </a:extLst>
          </p:cNvPr>
          <p:cNvSpPr txBox="1"/>
          <p:nvPr/>
        </p:nvSpPr>
        <p:spPr>
          <a:xfrm>
            <a:off x="2680446" y="2662518"/>
            <a:ext cx="9834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DBSCAN’s silhouette is so bad for the both ways as it’s less than zero</a:t>
            </a:r>
          </a:p>
        </p:txBody>
      </p:sp>
    </p:spTree>
    <p:extLst>
      <p:ext uri="{BB962C8B-B14F-4D97-AF65-F5344CB8AC3E}">
        <p14:creationId xmlns:p14="http://schemas.microsoft.com/office/powerpoint/2010/main" val="376175686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0DF762-F160-4CF0-A571-459D2FC86A4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056965" y="659984"/>
            <a:ext cx="8381999" cy="2142125"/>
          </a:xfrm>
        </p:spPr>
        <p:txBody>
          <a:bodyPr/>
          <a:lstStyle/>
          <a:p>
            <a:pPr algn="l"/>
            <a:r>
              <a:rPr lang="en-US" sz="3200" b="1" dirty="0"/>
              <a:t>So What Best Model for STD scaler?</a:t>
            </a:r>
          </a:p>
          <a:p>
            <a:pPr algn="l"/>
            <a:endParaRPr lang="en-US" sz="3200" b="1" dirty="0"/>
          </a:p>
          <a:p>
            <a:pPr algn="l"/>
            <a:r>
              <a:rPr lang="en-US" dirty="0"/>
              <a:t>Silhouette score vs Davies-Bouldin</a:t>
            </a:r>
          </a:p>
          <a:p>
            <a:pPr algn="l"/>
            <a:r>
              <a:rPr lang="en-US" sz="1200" dirty="0">
                <a:solidFill>
                  <a:srgbClr val="FF0000"/>
                </a:solidFill>
              </a:rPr>
              <a:t>Silhouette must be large and DB must be small for the best model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D216A8-E32F-47E6-A2BD-519910154366}"/>
              </a:ext>
            </a:extLst>
          </p:cNvPr>
          <p:cNvSpPr txBox="1"/>
          <p:nvPr/>
        </p:nvSpPr>
        <p:spPr>
          <a:xfrm>
            <a:off x="1586752" y="2296911"/>
            <a:ext cx="1541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Way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CA1002-86F9-4E4A-8F64-BAD5243B368E}"/>
              </a:ext>
            </a:extLst>
          </p:cNvPr>
          <p:cNvSpPr txBox="1"/>
          <p:nvPr/>
        </p:nvSpPr>
        <p:spPr>
          <a:xfrm>
            <a:off x="8229603" y="2353660"/>
            <a:ext cx="1470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Way 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EA99C0-1BBC-4D2F-8844-4D92101C6D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697" y="2906985"/>
            <a:ext cx="3749365" cy="10440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2CF4036-F7F7-4BB0-9D36-5471A0D56C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594" y="4191757"/>
            <a:ext cx="3787468" cy="11202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3F8BF80-EBC9-4056-A8F0-1ADEEFF87B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1828" y="2815556"/>
            <a:ext cx="4061812" cy="116596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579DDC9-161D-4DD7-AA2A-570DAAD150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000" y="4229860"/>
            <a:ext cx="3787468" cy="108213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CF66865-A1B7-4174-A1EA-B32B0B6CA503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Way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29963D-9855-45ED-AA0E-ACFFD5E1EE0B}"/>
              </a:ext>
            </a:extLst>
          </p:cNvPr>
          <p:cNvSpPr txBox="1"/>
          <p:nvPr/>
        </p:nvSpPr>
        <p:spPr>
          <a:xfrm>
            <a:off x="448235" y="5563930"/>
            <a:ext cx="103004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Winner models:                                                                                    </a:t>
            </a:r>
          </a:p>
          <a:p>
            <a:r>
              <a:rPr lang="en-US" dirty="0">
                <a:solidFill>
                  <a:schemeClr val="bg2"/>
                </a:solidFill>
              </a:rPr>
              <a:t>  Mean shift                                                                                                           Mean shift</a:t>
            </a:r>
          </a:p>
        </p:txBody>
      </p:sp>
    </p:spTree>
    <p:extLst>
      <p:ext uri="{BB962C8B-B14F-4D97-AF65-F5344CB8AC3E}">
        <p14:creationId xmlns:p14="http://schemas.microsoft.com/office/powerpoint/2010/main" val="26921442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EC0811F-AD7C-44DC-A8B0-F718B787A7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07504" y="406434"/>
            <a:ext cx="3094104" cy="590931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47CDEA-8EFF-4114-9E9B-C10F77102D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2484" y="1977613"/>
            <a:ext cx="8097838" cy="646331"/>
          </a:xfrm>
        </p:spPr>
        <p:txBody>
          <a:bodyPr/>
          <a:lstStyle/>
          <a:p>
            <a:pPr algn="l"/>
            <a:r>
              <a:rPr lang="en-US" dirty="0"/>
              <a:t>Way 2 scores more better than way scores and the best model for both is Mean shift</a:t>
            </a:r>
          </a:p>
        </p:txBody>
      </p:sp>
    </p:spTree>
    <p:extLst>
      <p:ext uri="{BB962C8B-B14F-4D97-AF65-F5344CB8AC3E}">
        <p14:creationId xmlns:p14="http://schemas.microsoft.com/office/powerpoint/2010/main" val="211298546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0033-742D-4C5B-BD6B-FED2CA803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939" y="2240230"/>
            <a:ext cx="9107555" cy="2308324"/>
          </a:xfrm>
        </p:spPr>
        <p:txBody>
          <a:bodyPr/>
          <a:lstStyle/>
          <a:p>
            <a:r>
              <a:rPr lang="en-US" dirty="0"/>
              <a:t>2.2.3 Log Transformer</a:t>
            </a:r>
          </a:p>
        </p:txBody>
      </p:sp>
    </p:spTree>
    <p:extLst>
      <p:ext uri="{BB962C8B-B14F-4D97-AF65-F5344CB8AC3E}">
        <p14:creationId xmlns:p14="http://schemas.microsoft.com/office/powerpoint/2010/main" val="2435784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ED976D-5FC9-4D1D-8336-1EED9A00DB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E1514C-5E56-4738-A1FF-4B1CFD2A3E36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266F7E7-8F05-4FAB-B0FC-C67D7ABF8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244" y="0"/>
            <a:ext cx="4083304" cy="1800493"/>
          </a:xfrm>
        </p:spPr>
        <p:txBody>
          <a:bodyPr/>
          <a:lstStyle/>
          <a:p>
            <a:r>
              <a:rPr lang="en-US" dirty="0"/>
              <a:t>2.2.1-Distribution of The Data with Log Transformer (Log)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1B775E-DE20-4199-845F-09114E8BF15F}"/>
              </a:ext>
            </a:extLst>
          </p:cNvPr>
          <p:cNvSpPr txBox="1"/>
          <p:nvPr/>
        </p:nvSpPr>
        <p:spPr>
          <a:xfrm>
            <a:off x="7013511" y="2215167"/>
            <a:ext cx="5178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way2 of handling Nan values and Log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EF9340-179B-40D6-A31C-9BDD2B58B64E}"/>
              </a:ext>
            </a:extLst>
          </p:cNvPr>
          <p:cNvSpPr txBox="1"/>
          <p:nvPr/>
        </p:nvSpPr>
        <p:spPr>
          <a:xfrm>
            <a:off x="482860" y="2314004"/>
            <a:ext cx="61348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After way1 of handling Nan values and Log 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136CD6-83F8-458A-A217-BB101F8E22C4}"/>
              </a:ext>
            </a:extLst>
          </p:cNvPr>
          <p:cNvSpPr txBox="1"/>
          <p:nvPr/>
        </p:nvSpPr>
        <p:spPr>
          <a:xfrm>
            <a:off x="3808766" y="5981152"/>
            <a:ext cx="50688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The data is almost normal distributed but there little skewness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0444A8-2C1C-48D4-B01A-F9EF8826579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374" y="2971800"/>
            <a:ext cx="4324726" cy="23241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8CCE28-3DF4-4C57-B0FE-21B8A2A107A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479" y="2872149"/>
            <a:ext cx="4570487" cy="2118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01412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0033-742D-4C5B-BD6B-FED2CA803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939" y="2240230"/>
            <a:ext cx="9107555" cy="2308324"/>
          </a:xfrm>
        </p:spPr>
        <p:txBody>
          <a:bodyPr/>
          <a:lstStyle/>
          <a:p>
            <a:r>
              <a:rPr lang="en-US" dirty="0"/>
              <a:t>2.3 Dimensionally reduction </a:t>
            </a:r>
          </a:p>
        </p:txBody>
      </p:sp>
    </p:spTree>
    <p:extLst>
      <p:ext uri="{BB962C8B-B14F-4D97-AF65-F5344CB8AC3E}">
        <p14:creationId xmlns:p14="http://schemas.microsoft.com/office/powerpoint/2010/main" val="12940154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B2FB2A5-5BC6-4910-947A-61423309DA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65561" y="284471"/>
            <a:ext cx="4731591" cy="1089529"/>
          </a:xfrm>
        </p:spPr>
        <p:txBody>
          <a:bodyPr/>
          <a:lstStyle/>
          <a:p>
            <a:r>
              <a:rPr lang="en-US" b="1" dirty="0"/>
              <a:t>PCA vs Kernel-PCA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5B6977-19C3-4757-871A-1F4AE22F603A}"/>
              </a:ext>
            </a:extLst>
          </p:cNvPr>
          <p:cNvSpPr txBox="1"/>
          <p:nvPr/>
        </p:nvSpPr>
        <p:spPr>
          <a:xfrm>
            <a:off x="2106706" y="1997351"/>
            <a:ext cx="1550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With way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767CBE-B1C4-4B62-8B6A-5D7A175C4372}"/>
              </a:ext>
            </a:extLst>
          </p:cNvPr>
          <p:cNvSpPr txBox="1"/>
          <p:nvPr/>
        </p:nvSpPr>
        <p:spPr>
          <a:xfrm>
            <a:off x="7705164" y="1998240"/>
            <a:ext cx="1783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With way 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0A1C30-BE61-4BF7-8C88-EDF7321939F7}"/>
              </a:ext>
            </a:extLst>
          </p:cNvPr>
          <p:cNvSpPr txBox="1"/>
          <p:nvPr/>
        </p:nvSpPr>
        <p:spPr>
          <a:xfrm>
            <a:off x="3989294" y="630261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PCA looks more better than K-PCA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A08DF02-386A-49E7-938B-046023AB1D8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480" y="2654622"/>
            <a:ext cx="3841781" cy="26544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B422FA1-796A-4160-998A-C1826434729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461" y="2654622"/>
            <a:ext cx="3820510" cy="2624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10504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C1469-0D02-4A46-AEF5-4563C2F5E7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48777" y="3060987"/>
            <a:ext cx="5208335" cy="677108"/>
          </a:xfrm>
        </p:spPr>
        <p:txBody>
          <a:bodyPr/>
          <a:lstStyle/>
          <a:p>
            <a:r>
              <a:rPr lang="en-US" dirty="0"/>
              <a:t>3-Modeling	</a:t>
            </a:r>
          </a:p>
        </p:txBody>
      </p:sp>
    </p:spTree>
    <p:extLst>
      <p:ext uri="{BB962C8B-B14F-4D97-AF65-F5344CB8AC3E}">
        <p14:creationId xmlns:p14="http://schemas.microsoft.com/office/powerpoint/2010/main" val="4741256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0033-742D-4C5B-BD6B-FED2CA803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939" y="3348225"/>
            <a:ext cx="9107555" cy="1200329"/>
          </a:xfrm>
        </p:spPr>
        <p:txBody>
          <a:bodyPr/>
          <a:lstStyle/>
          <a:p>
            <a:r>
              <a:rPr lang="en-US" dirty="0"/>
              <a:t>3.1 </a:t>
            </a:r>
            <a:r>
              <a:rPr lang="en-US" dirty="0" err="1"/>
              <a:t>KMeans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5193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E703E0-D869-4715-9C48-4C55E43F1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1514C-5E56-4738-A1FF-4B1CFD2A3E36}" type="slidenum">
              <a:rPr lang="en-US" b="1" smtClean="0"/>
              <a:t>55</a:t>
            </a:fld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F5B843-CE30-4E41-B13A-07FBBBED3252}"/>
              </a:ext>
            </a:extLst>
          </p:cNvPr>
          <p:cNvSpPr txBox="1"/>
          <p:nvPr/>
        </p:nvSpPr>
        <p:spPr>
          <a:xfrm>
            <a:off x="1828799" y="1416423"/>
            <a:ext cx="1425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Way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373CC8-2395-4E52-A679-67211BECA768}"/>
              </a:ext>
            </a:extLst>
          </p:cNvPr>
          <p:cNvSpPr txBox="1"/>
          <p:nvPr/>
        </p:nvSpPr>
        <p:spPr>
          <a:xfrm>
            <a:off x="8615082" y="1246093"/>
            <a:ext cx="1425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Way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8764CC-5B67-4D15-849B-3F8DF4ACC0FA}"/>
              </a:ext>
            </a:extLst>
          </p:cNvPr>
          <p:cNvSpPr txBox="1"/>
          <p:nvPr/>
        </p:nvSpPr>
        <p:spPr>
          <a:xfrm>
            <a:off x="959224" y="5441577"/>
            <a:ext cx="32990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5 clusters With Score: 44.1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2F7438-AAC3-4337-B89B-A29BF4A0AC5E}"/>
              </a:ext>
            </a:extLst>
          </p:cNvPr>
          <p:cNvSpPr txBox="1"/>
          <p:nvPr/>
        </p:nvSpPr>
        <p:spPr>
          <a:xfrm>
            <a:off x="7933767" y="5427241"/>
            <a:ext cx="32990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5 clusters With Score: 46.5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5ABAF9-FEE1-43AB-A76C-40FFDA9861A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568" y="1943094"/>
            <a:ext cx="4806570" cy="28651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7B08C9-966B-41B6-A4D2-F44D0B0A7D2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2803" y="2068871"/>
            <a:ext cx="4384558" cy="2613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66760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0033-742D-4C5B-BD6B-FED2CA803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939" y="1132234"/>
            <a:ext cx="9107555" cy="3416320"/>
          </a:xfrm>
        </p:spPr>
        <p:txBody>
          <a:bodyPr/>
          <a:lstStyle/>
          <a:p>
            <a:r>
              <a:rPr lang="en-US" dirty="0"/>
              <a:t>3.2 </a:t>
            </a:r>
            <a:r>
              <a:rPr lang="en-US" dirty="0" err="1"/>
              <a:t>AgglomerativeClustering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1957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E703E0-D869-4715-9C48-4C55E43F1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1514C-5E56-4738-A1FF-4B1CFD2A3E36}" type="slidenum">
              <a:rPr lang="en-US" b="1" smtClean="0"/>
              <a:t>57</a:t>
            </a:fld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F5B843-CE30-4E41-B13A-07FBBBED3252}"/>
              </a:ext>
            </a:extLst>
          </p:cNvPr>
          <p:cNvSpPr txBox="1"/>
          <p:nvPr/>
        </p:nvSpPr>
        <p:spPr>
          <a:xfrm>
            <a:off x="1828799" y="1416423"/>
            <a:ext cx="1425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Way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373CC8-2395-4E52-A679-67211BECA768}"/>
              </a:ext>
            </a:extLst>
          </p:cNvPr>
          <p:cNvSpPr txBox="1"/>
          <p:nvPr/>
        </p:nvSpPr>
        <p:spPr>
          <a:xfrm>
            <a:off x="8615082" y="1246093"/>
            <a:ext cx="1425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Way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8764CC-5B67-4D15-849B-3F8DF4ACC0FA}"/>
              </a:ext>
            </a:extLst>
          </p:cNvPr>
          <p:cNvSpPr txBox="1"/>
          <p:nvPr/>
        </p:nvSpPr>
        <p:spPr>
          <a:xfrm>
            <a:off x="841707" y="4956343"/>
            <a:ext cx="32990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5 clusters With Score: 41.3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2F7438-AAC3-4337-B89B-A29BF4A0AC5E}"/>
              </a:ext>
            </a:extLst>
          </p:cNvPr>
          <p:cNvSpPr txBox="1"/>
          <p:nvPr/>
        </p:nvSpPr>
        <p:spPr>
          <a:xfrm>
            <a:off x="7354647" y="4956343"/>
            <a:ext cx="32990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5 clusters With Score: 45.5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6668CA-A85E-4927-BD06-BE855E17697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" y="2240274"/>
            <a:ext cx="3508258" cy="20912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7A6405F-A9CF-4166-BC63-DD666246E9B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0860" y="2106279"/>
            <a:ext cx="3957838" cy="2359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13255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0033-742D-4C5B-BD6B-FED2CA803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939" y="2240230"/>
            <a:ext cx="9107555" cy="2308324"/>
          </a:xfrm>
        </p:spPr>
        <p:txBody>
          <a:bodyPr/>
          <a:lstStyle/>
          <a:p>
            <a:r>
              <a:rPr lang="en-US" dirty="0"/>
              <a:t>3.3 Gaussian Mixture</a:t>
            </a:r>
          </a:p>
        </p:txBody>
      </p:sp>
    </p:spTree>
    <p:extLst>
      <p:ext uri="{BB962C8B-B14F-4D97-AF65-F5344CB8AC3E}">
        <p14:creationId xmlns:p14="http://schemas.microsoft.com/office/powerpoint/2010/main" val="23525129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E703E0-D869-4715-9C48-4C55E43F1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1514C-5E56-4738-A1FF-4B1CFD2A3E36}" type="slidenum">
              <a:rPr lang="en-US" b="1" smtClean="0"/>
              <a:t>59</a:t>
            </a:fld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F5B843-CE30-4E41-B13A-07FBBBED3252}"/>
              </a:ext>
            </a:extLst>
          </p:cNvPr>
          <p:cNvSpPr txBox="1"/>
          <p:nvPr/>
        </p:nvSpPr>
        <p:spPr>
          <a:xfrm>
            <a:off x="1828799" y="1416423"/>
            <a:ext cx="1425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Way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373CC8-2395-4E52-A679-67211BECA768}"/>
              </a:ext>
            </a:extLst>
          </p:cNvPr>
          <p:cNvSpPr txBox="1"/>
          <p:nvPr/>
        </p:nvSpPr>
        <p:spPr>
          <a:xfrm>
            <a:off x="8615082" y="1246093"/>
            <a:ext cx="1425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Way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8764CC-5B67-4D15-849B-3F8DF4ACC0FA}"/>
              </a:ext>
            </a:extLst>
          </p:cNvPr>
          <p:cNvSpPr txBox="1"/>
          <p:nvPr/>
        </p:nvSpPr>
        <p:spPr>
          <a:xfrm>
            <a:off x="959224" y="5441577"/>
            <a:ext cx="32990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6 clusters With Score: 44.1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2F7438-AAC3-4337-B89B-A29BF4A0AC5E}"/>
              </a:ext>
            </a:extLst>
          </p:cNvPr>
          <p:cNvSpPr txBox="1"/>
          <p:nvPr/>
        </p:nvSpPr>
        <p:spPr>
          <a:xfrm>
            <a:off x="7933767" y="5427241"/>
            <a:ext cx="32990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6 clusters With Score: 45.5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490B47-D259-4870-887C-D5EADD28B2A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148834"/>
            <a:ext cx="4529338" cy="26998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86F15E-44A8-4842-8F72-3FD01DFFBD9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650" y="2047157"/>
            <a:ext cx="4870487" cy="2903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23002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0DF762-F160-4CF0-A571-459D2FC86A4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056965" y="659984"/>
            <a:ext cx="8381999" cy="2142125"/>
          </a:xfrm>
        </p:spPr>
        <p:txBody>
          <a:bodyPr/>
          <a:lstStyle/>
          <a:p>
            <a:pPr algn="l"/>
            <a:r>
              <a:rPr lang="en-US" sz="3200" b="1" dirty="0"/>
              <a:t>So What Best Model for STD scaler?</a:t>
            </a:r>
          </a:p>
          <a:p>
            <a:pPr algn="l"/>
            <a:endParaRPr lang="en-US" sz="3200" b="1" dirty="0"/>
          </a:p>
          <a:p>
            <a:pPr algn="l"/>
            <a:r>
              <a:rPr lang="en-US" dirty="0"/>
              <a:t>Silhouette score vs Davies-Bouldin</a:t>
            </a:r>
          </a:p>
          <a:p>
            <a:pPr algn="l"/>
            <a:r>
              <a:rPr lang="en-US" sz="1200" dirty="0">
                <a:solidFill>
                  <a:srgbClr val="FF0000"/>
                </a:solidFill>
              </a:rPr>
              <a:t>Silhouette must be large and DB must be small for the best model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D216A8-E32F-47E6-A2BD-519910154366}"/>
              </a:ext>
            </a:extLst>
          </p:cNvPr>
          <p:cNvSpPr txBox="1"/>
          <p:nvPr/>
        </p:nvSpPr>
        <p:spPr>
          <a:xfrm>
            <a:off x="1586752" y="2296911"/>
            <a:ext cx="1541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Way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CA1002-86F9-4E4A-8F64-BAD5243B368E}"/>
              </a:ext>
            </a:extLst>
          </p:cNvPr>
          <p:cNvSpPr txBox="1"/>
          <p:nvPr/>
        </p:nvSpPr>
        <p:spPr>
          <a:xfrm>
            <a:off x="8229603" y="2353660"/>
            <a:ext cx="1470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Way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29963D-9855-45ED-AA0E-ACFFD5E1EE0B}"/>
              </a:ext>
            </a:extLst>
          </p:cNvPr>
          <p:cNvSpPr txBox="1"/>
          <p:nvPr/>
        </p:nvSpPr>
        <p:spPr>
          <a:xfrm>
            <a:off x="448235" y="5563930"/>
            <a:ext cx="103004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Winner models:                                                                                    </a:t>
            </a:r>
          </a:p>
          <a:p>
            <a:r>
              <a:rPr lang="en-US" dirty="0">
                <a:solidFill>
                  <a:schemeClr val="bg2"/>
                </a:solidFill>
              </a:rPr>
              <a:t>KMEANS                                                                                                                    </a:t>
            </a:r>
            <a:r>
              <a:rPr lang="en-US" dirty="0" err="1">
                <a:solidFill>
                  <a:schemeClr val="bg2"/>
                </a:solidFill>
              </a:rPr>
              <a:t>KMEANS</a:t>
            </a:r>
            <a:endParaRPr lang="en-US" dirty="0">
              <a:solidFill>
                <a:schemeClr val="bg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F939DD-3FD2-4827-835A-9E2B9E2007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39" y="2884123"/>
            <a:ext cx="3010079" cy="10897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A0CA5F-B63B-44E2-844D-0C48F8BE40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39" y="4191757"/>
            <a:ext cx="3010079" cy="112023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1532D26-AC74-436F-9B0A-0D58AC1EE9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402" y="2884123"/>
            <a:ext cx="2891963" cy="9983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F104177-0C3E-495A-85B1-8CA6201CD8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402" y="4134366"/>
            <a:ext cx="3573778" cy="1036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0622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EC0811F-AD7C-44DC-A8B0-F718B787A7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07504" y="406434"/>
            <a:ext cx="3094104" cy="590931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47CDEA-8EFF-4114-9E9B-C10F77102D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2484" y="1977613"/>
            <a:ext cx="8097838" cy="646331"/>
          </a:xfrm>
        </p:spPr>
        <p:txBody>
          <a:bodyPr/>
          <a:lstStyle/>
          <a:p>
            <a:pPr algn="l"/>
            <a:r>
              <a:rPr lang="en-US" dirty="0"/>
              <a:t>Way 2 scores more better than way scores and the best model for both is </a:t>
            </a:r>
            <a:r>
              <a:rPr lang="en-US" dirty="0" err="1"/>
              <a:t>Kmeans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9155225"/>
      </p:ext>
    </p:extLst>
  </p:cSld>
  <p:clrMapOvr>
    <a:masterClrMapping/>
  </p:clrMapOvr>
</p:sld>
</file>

<file path=ppt/theme/theme1.xml><?xml version="1.0" encoding="utf-8"?>
<a:theme xmlns:a="http://schemas.openxmlformats.org/drawingml/2006/main" name="Storybuilding Neal Creative">
  <a:themeElements>
    <a:clrScheme name="Neal Analytics 2">
      <a:dk1>
        <a:srgbClr val="000000"/>
      </a:dk1>
      <a:lt1>
        <a:srgbClr val="FFFFFF"/>
      </a:lt1>
      <a:dk2>
        <a:srgbClr val="0074AF"/>
      </a:dk2>
      <a:lt2>
        <a:srgbClr val="00B0F0"/>
      </a:lt2>
      <a:accent1>
        <a:srgbClr val="75D1FF"/>
      </a:accent1>
      <a:accent2>
        <a:srgbClr val="004568"/>
      </a:accent2>
      <a:accent3>
        <a:srgbClr val="92D050"/>
      </a:accent3>
      <a:accent4>
        <a:srgbClr val="FFC000"/>
      </a:accent4>
      <a:accent5>
        <a:srgbClr val="004568"/>
      </a:accent5>
      <a:accent6>
        <a:srgbClr val="0074AF"/>
      </a:accent6>
      <a:hlink>
        <a:srgbClr val="43C0FF"/>
      </a:hlink>
      <a:folHlink>
        <a:srgbClr val="75D1FF"/>
      </a:folHlink>
    </a:clrScheme>
    <a:fontScheme name="MICROSOFT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6401425_Powerful Presentations_Win32_mlw - v2" id="{7CBB6D80-F69F-4458-A96A-A39B855A93D5}" vid="{827664DE-2D82-4B7F-8582-8671022436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480f6609812271f56e53f2aff71704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b48d77c16982ba2890c3fe2b4c067b2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30CA71C-6B24-463C-853F-076A02E27CB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C2FF92-1ACE-4D23-9586-85906FF02F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D2E6351-E64A-42DD-A554-7DF75222212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Powerful Presentations</Template>
  <TotalTime>339</TotalTime>
  <Words>971</Words>
  <Application>Microsoft Office PowerPoint</Application>
  <PresentationFormat>Widescreen</PresentationFormat>
  <Paragraphs>205</Paragraphs>
  <Slides>61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72" baseType="lpstr">
      <vt:lpstr>Arial</vt:lpstr>
      <vt:lpstr>Arial Black</vt:lpstr>
      <vt:lpstr>Calibri</vt:lpstr>
      <vt:lpstr>Roboto</vt:lpstr>
      <vt:lpstr>Segoe UI</vt:lpstr>
      <vt:lpstr>Segoe UI Black</vt:lpstr>
      <vt:lpstr>Segoe UI Light</vt:lpstr>
      <vt:lpstr>Segoe UI Semibold</vt:lpstr>
      <vt:lpstr>Segoe UI Semilight</vt:lpstr>
      <vt:lpstr>Wingdings</vt:lpstr>
      <vt:lpstr>Storybuilding Neal Creative</vt:lpstr>
      <vt:lpstr>Credit Card Clustering</vt:lpstr>
      <vt:lpstr>1-EDA</vt:lpstr>
      <vt:lpstr>PowerPoint Presentation</vt:lpstr>
      <vt:lpstr>Checking Missing values and duplicates </vt:lpstr>
      <vt:lpstr>Checking outliers </vt:lpstr>
      <vt:lpstr>PowerPoint Presentation</vt:lpstr>
      <vt:lpstr>2-PREPROCESSING </vt:lpstr>
      <vt:lpstr>2.1- handling missing values and outliers we Tried 2 methods</vt:lpstr>
      <vt:lpstr>PowerPoint Presentation</vt:lpstr>
      <vt:lpstr>2.2.1 Scaling using Standard scaler</vt:lpstr>
      <vt:lpstr>2.2.1-Distribution of The Data with STD </vt:lpstr>
      <vt:lpstr>2.3 Dimensionally reduction </vt:lpstr>
      <vt:lpstr>PowerPoint Presentation</vt:lpstr>
      <vt:lpstr>3-Modeling </vt:lpstr>
      <vt:lpstr>3.1 KMeans</vt:lpstr>
      <vt:lpstr>PowerPoint Presentation</vt:lpstr>
      <vt:lpstr>PowerPoint Presentation</vt:lpstr>
      <vt:lpstr>3.2 AgglomerativeClustering</vt:lpstr>
      <vt:lpstr>PowerPoint Presentation</vt:lpstr>
      <vt:lpstr>PowerPoint Presentation</vt:lpstr>
      <vt:lpstr>3.3 Gaussian Mixture</vt:lpstr>
      <vt:lpstr>PowerPoint Presentation</vt:lpstr>
      <vt:lpstr>PowerPoint Presentation</vt:lpstr>
      <vt:lpstr>3.3 Mean shift</vt:lpstr>
      <vt:lpstr>PowerPoint Presentation</vt:lpstr>
      <vt:lpstr>PowerPoint Presentation</vt:lpstr>
      <vt:lpstr>3.3 DBSCAN</vt:lpstr>
      <vt:lpstr>PowerPoint Presentation</vt:lpstr>
      <vt:lpstr>PowerPoint Presentation</vt:lpstr>
      <vt:lpstr>PowerPoint Presentation</vt:lpstr>
      <vt:lpstr>PowerPoint Presentation</vt:lpstr>
      <vt:lpstr>2.2.2 Power Transformer</vt:lpstr>
      <vt:lpstr>2.2.1-Distribution of The Data with Power Transformer (PT)</vt:lpstr>
      <vt:lpstr>2.3 Dimensionally reduction </vt:lpstr>
      <vt:lpstr>PowerPoint Presentation</vt:lpstr>
      <vt:lpstr>3-Modeling </vt:lpstr>
      <vt:lpstr>3.1 KMeans</vt:lpstr>
      <vt:lpstr>PowerPoint Presentation</vt:lpstr>
      <vt:lpstr>3.2 AgglomerativeClustering</vt:lpstr>
      <vt:lpstr>PowerPoint Presentation</vt:lpstr>
      <vt:lpstr>3.3 Gaussian Mixture</vt:lpstr>
      <vt:lpstr>PowerPoint Presentation</vt:lpstr>
      <vt:lpstr>3.3 Mean shift</vt:lpstr>
      <vt:lpstr>PowerPoint Presentation</vt:lpstr>
      <vt:lpstr>3.3 DBSCAN</vt:lpstr>
      <vt:lpstr>PowerPoint Presentation</vt:lpstr>
      <vt:lpstr>PowerPoint Presentation</vt:lpstr>
      <vt:lpstr>PowerPoint Presentation</vt:lpstr>
      <vt:lpstr>2.2.3 Log Transformer</vt:lpstr>
      <vt:lpstr>2.2.1-Distribution of The Data with Log Transformer (Log)</vt:lpstr>
      <vt:lpstr>2.3 Dimensionally reduction </vt:lpstr>
      <vt:lpstr>PowerPoint Presentation</vt:lpstr>
      <vt:lpstr>3-Modeling </vt:lpstr>
      <vt:lpstr>3.1 KMeans</vt:lpstr>
      <vt:lpstr>PowerPoint Presentation</vt:lpstr>
      <vt:lpstr>3.2 AgglomerativeClustering</vt:lpstr>
      <vt:lpstr>PowerPoint Presentation</vt:lpstr>
      <vt:lpstr>3.3 Gaussian Mixture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Clustering</dc:title>
  <dc:subject/>
  <dc:creator>Dina Ahmed</dc:creator>
  <cp:keywords/>
  <dc:description/>
  <cp:lastModifiedBy>Dina Ahmed</cp:lastModifiedBy>
  <cp:revision>15</cp:revision>
  <dcterms:created xsi:type="dcterms:W3CDTF">2023-03-04T05:28:12Z</dcterms:created>
  <dcterms:modified xsi:type="dcterms:W3CDTF">2023-03-04T20:37:20Z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